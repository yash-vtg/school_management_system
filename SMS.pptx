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Bebas Neue Bold" charset="1" panose="020B0606020202050201"/>
      <p:regular r:id="rId17"/>
    </p:embeddedFont>
    <p:embeddedFont>
      <p:font typeface="Playwrite US Trad" charset="1" panose="00000000000000000000"/>
      <p:regular r:id="rId18"/>
    </p:embeddedFont>
    <p:embeddedFont>
      <p:font typeface="Brittany" charset="1" panose="00000000000000000000"/>
      <p:regular r:id="rId19"/>
    </p:embeddedFont>
    <p:embeddedFont>
      <p:font typeface="Playpen Sans Bold" charset="1" panose="00000000000000000000"/>
      <p:regular r:id="rId20"/>
    </p:embeddedFont>
    <p:embeddedFont>
      <p:font typeface="Poppins Bold" charset="1" panose="00000800000000000000"/>
      <p:regular r:id="rId21"/>
    </p:embeddedFont>
    <p:embeddedFont>
      <p:font typeface="Poppin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www.softproindia.in/"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3E4"/>
        </a:solidFill>
      </p:bgPr>
    </p:bg>
    <p:spTree>
      <p:nvGrpSpPr>
        <p:cNvPr id="1" name=""/>
        <p:cNvGrpSpPr/>
        <p:nvPr/>
      </p:nvGrpSpPr>
      <p:grpSpPr>
        <a:xfrm>
          <a:off x="0" y="0"/>
          <a:ext cx="0" cy="0"/>
          <a:chOff x="0" y="0"/>
          <a:chExt cx="0" cy="0"/>
        </a:xfrm>
      </p:grpSpPr>
      <p:sp>
        <p:nvSpPr>
          <p:cNvPr name="TextBox 2" id="2"/>
          <p:cNvSpPr txBox="true"/>
          <p:nvPr/>
        </p:nvSpPr>
        <p:spPr>
          <a:xfrm rot="0">
            <a:off x="1145120" y="6053349"/>
            <a:ext cx="16230600" cy="2625724"/>
          </a:xfrm>
          <a:prstGeom prst="rect">
            <a:avLst/>
          </a:prstGeom>
        </p:spPr>
        <p:txBody>
          <a:bodyPr anchor="t" rtlCol="false" tIns="0" lIns="0" bIns="0" rIns="0">
            <a:spAutoFit/>
          </a:bodyPr>
          <a:lstStyle/>
          <a:p>
            <a:pPr algn="ctr">
              <a:lnSpc>
                <a:spcPts val="9999"/>
              </a:lnSpc>
            </a:pPr>
            <a:r>
              <a:rPr lang="en-US" sz="9999" b="true">
                <a:solidFill>
                  <a:srgbClr val="000000"/>
                </a:solidFill>
                <a:latin typeface="Bebas Neue Bold"/>
                <a:ea typeface="Bebas Neue Bold"/>
                <a:cs typeface="Bebas Neue Bold"/>
                <a:sym typeface="Bebas Neue Bold"/>
              </a:rPr>
              <a:t>Seth Anandram Jaipuria School</a:t>
            </a:r>
          </a:p>
          <a:p>
            <a:pPr algn="ctr">
              <a:lnSpc>
                <a:spcPts val="9999"/>
              </a:lnSpc>
            </a:pPr>
            <a:r>
              <a:rPr lang="en-US" b="true" sz="9999">
                <a:solidFill>
                  <a:srgbClr val="000000"/>
                </a:solidFill>
                <a:latin typeface="Bebas Neue Bold"/>
                <a:ea typeface="Bebas Neue Bold"/>
                <a:cs typeface="Bebas Neue Bold"/>
                <a:sym typeface="Bebas Neue Bold"/>
              </a:rPr>
              <a:t> </a:t>
            </a:r>
          </a:p>
        </p:txBody>
      </p:sp>
      <p:sp>
        <p:nvSpPr>
          <p:cNvPr name="AutoShape 3" id="3"/>
          <p:cNvSpPr/>
          <p:nvPr/>
        </p:nvSpPr>
        <p:spPr>
          <a:xfrm rot="2017">
            <a:off x="1028704" y="8439495"/>
            <a:ext cx="16230603" cy="0"/>
          </a:xfrm>
          <a:prstGeom prst="line">
            <a:avLst/>
          </a:prstGeom>
          <a:ln cap="flat" w="19050">
            <a:solidFill>
              <a:srgbClr val="000000"/>
            </a:solidFill>
            <a:prstDash val="solid"/>
            <a:headEnd type="none" len="sm" w="sm"/>
            <a:tailEnd type="none" len="sm" w="sm"/>
          </a:ln>
        </p:spPr>
      </p:sp>
      <p:sp>
        <p:nvSpPr>
          <p:cNvPr name="AutoShape 4" id="4"/>
          <p:cNvSpPr/>
          <p:nvPr/>
        </p:nvSpPr>
        <p:spPr>
          <a:xfrm>
            <a:off x="1028706" y="1612001"/>
            <a:ext cx="16230600" cy="9525"/>
          </a:xfrm>
          <a:prstGeom prst="line">
            <a:avLst/>
          </a:prstGeom>
          <a:ln cap="flat" w="19050">
            <a:solidFill>
              <a:srgbClr val="000000"/>
            </a:solidFill>
            <a:prstDash val="solid"/>
            <a:headEnd type="none" len="sm" w="sm"/>
            <a:tailEnd type="none" len="sm" w="sm"/>
          </a:ln>
        </p:spPr>
      </p:sp>
      <p:grpSp>
        <p:nvGrpSpPr>
          <p:cNvPr name="Group 5" id="5"/>
          <p:cNvGrpSpPr/>
          <p:nvPr/>
        </p:nvGrpSpPr>
        <p:grpSpPr>
          <a:xfrm rot="0">
            <a:off x="16981873" y="933450"/>
            <a:ext cx="277427" cy="277427"/>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7" id="7"/>
          <p:cNvGrpSpPr/>
          <p:nvPr/>
        </p:nvGrpSpPr>
        <p:grpSpPr>
          <a:xfrm rot="0">
            <a:off x="16575495" y="933450"/>
            <a:ext cx="277427" cy="277427"/>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9" id="9"/>
          <p:cNvGrpSpPr/>
          <p:nvPr/>
        </p:nvGrpSpPr>
        <p:grpSpPr>
          <a:xfrm rot="0">
            <a:off x="16169118" y="933450"/>
            <a:ext cx="277427" cy="277427"/>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Freeform 11" id="11"/>
          <p:cNvSpPr/>
          <p:nvPr/>
        </p:nvSpPr>
        <p:spPr>
          <a:xfrm flipH="false" flipV="false" rot="0">
            <a:off x="6981223" y="1923531"/>
            <a:ext cx="4558392" cy="1613418"/>
          </a:xfrm>
          <a:custGeom>
            <a:avLst/>
            <a:gdLst/>
            <a:ahLst/>
            <a:cxnLst/>
            <a:rect r="r" b="b" t="t" l="l"/>
            <a:pathLst>
              <a:path h="1613418" w="4558392">
                <a:moveTo>
                  <a:pt x="0" y="0"/>
                </a:moveTo>
                <a:lnTo>
                  <a:pt x="4558393" y="0"/>
                </a:lnTo>
                <a:lnTo>
                  <a:pt x="4558393" y="1613418"/>
                </a:lnTo>
                <a:lnTo>
                  <a:pt x="0" y="1613418"/>
                </a:lnTo>
                <a:lnTo>
                  <a:pt x="0" y="0"/>
                </a:lnTo>
                <a:close/>
              </a:path>
            </a:pathLst>
          </a:custGeom>
          <a:blipFill>
            <a:blip r:embed="rId2"/>
            <a:stretch>
              <a:fillRect l="0" t="0" r="0" b="0"/>
            </a:stretch>
          </a:blipFill>
        </p:spPr>
      </p:sp>
      <p:sp>
        <p:nvSpPr>
          <p:cNvPr name="TextBox 12" id="12"/>
          <p:cNvSpPr txBox="true"/>
          <p:nvPr/>
        </p:nvSpPr>
        <p:spPr>
          <a:xfrm rot="0">
            <a:off x="3930948" y="4460874"/>
            <a:ext cx="10658944" cy="1619250"/>
          </a:xfrm>
          <a:prstGeom prst="rect">
            <a:avLst/>
          </a:prstGeom>
        </p:spPr>
        <p:txBody>
          <a:bodyPr anchor="t" rtlCol="false" tIns="0" lIns="0" bIns="0" rIns="0">
            <a:spAutoFit/>
          </a:bodyPr>
          <a:lstStyle/>
          <a:p>
            <a:pPr algn="ctr">
              <a:lnSpc>
                <a:spcPts val="2749"/>
              </a:lnSpc>
            </a:pPr>
            <a:r>
              <a:rPr lang="en-US" sz="5499">
                <a:solidFill>
                  <a:srgbClr val="B91646"/>
                </a:solidFill>
                <a:latin typeface="Playwrite US Trad"/>
                <a:ea typeface="Playwrite US Trad"/>
                <a:cs typeface="Playwrite US Trad"/>
                <a:sym typeface="Playwrite US Trad"/>
              </a:rPr>
              <a:t>Project Presentation</a:t>
            </a:r>
          </a:p>
          <a:p>
            <a:pPr algn="ctr">
              <a:lnSpc>
                <a:spcPts val="9999"/>
              </a:lnSpc>
            </a:pPr>
            <a:r>
              <a:rPr lang="en-US" sz="9999">
                <a:solidFill>
                  <a:srgbClr val="B91646"/>
                </a:solidFill>
                <a:latin typeface="Brittany"/>
                <a:ea typeface="Brittany"/>
                <a:cs typeface="Brittany"/>
                <a:sym typeface="Brittany"/>
              </a:rPr>
              <a:t>on</a:t>
            </a:r>
          </a:p>
        </p:txBody>
      </p:sp>
      <p:sp>
        <p:nvSpPr>
          <p:cNvPr name="TextBox 13" id="13"/>
          <p:cNvSpPr txBox="true"/>
          <p:nvPr/>
        </p:nvSpPr>
        <p:spPr>
          <a:xfrm rot="0">
            <a:off x="166164" y="9300896"/>
            <a:ext cx="18188511" cy="320675"/>
          </a:xfrm>
          <a:prstGeom prst="rect">
            <a:avLst/>
          </a:prstGeom>
        </p:spPr>
        <p:txBody>
          <a:bodyPr anchor="t" rtlCol="false" tIns="0" lIns="0" bIns="0" rIns="0">
            <a:spAutoFit/>
          </a:bodyPr>
          <a:lstStyle/>
          <a:p>
            <a:pPr algn="ctr">
              <a:lnSpc>
                <a:spcPts val="2499"/>
              </a:lnSpc>
            </a:pPr>
            <a:r>
              <a:rPr lang="en-US" sz="2499" b="true">
                <a:solidFill>
                  <a:srgbClr val="000000"/>
                </a:solidFill>
                <a:latin typeface="Playpen Sans Bold"/>
                <a:ea typeface="Playpen Sans Bold"/>
                <a:cs typeface="Playpen Sans Bold"/>
                <a:sym typeface="Playpen Sans Bold"/>
              </a:rPr>
              <a:t> </a:t>
            </a:r>
            <a:r>
              <a:rPr lang="en-US" b="true" sz="2499">
                <a:solidFill>
                  <a:srgbClr val="000000"/>
                </a:solidFill>
                <a:latin typeface="Playpen Sans Bold"/>
                <a:ea typeface="Playpen Sans Bold"/>
                <a:cs typeface="Playpen Sans Bold"/>
                <a:sym typeface="Playpen Sans Bold"/>
                <a:hlinkClick r:id="rId3" tooltip="http://www.softproindia.in/"/>
              </a:rPr>
              <a:t>Softpro India Computer Technologies (P) Ltd.</a:t>
            </a:r>
          </a:p>
        </p:txBody>
      </p:sp>
      <p:sp>
        <p:nvSpPr>
          <p:cNvPr name="TextBox 14" id="14"/>
          <p:cNvSpPr txBox="true"/>
          <p:nvPr/>
        </p:nvSpPr>
        <p:spPr>
          <a:xfrm rot="0">
            <a:off x="0" y="8788593"/>
            <a:ext cx="18188511" cy="320675"/>
          </a:xfrm>
          <a:prstGeom prst="rect">
            <a:avLst/>
          </a:prstGeom>
        </p:spPr>
        <p:txBody>
          <a:bodyPr anchor="t" rtlCol="false" tIns="0" lIns="0" bIns="0" rIns="0">
            <a:spAutoFit/>
          </a:bodyPr>
          <a:lstStyle/>
          <a:p>
            <a:pPr algn="ctr">
              <a:lnSpc>
                <a:spcPts val="2499"/>
              </a:lnSpc>
            </a:pPr>
            <a:r>
              <a:rPr lang="en-US" sz="2499" b="true">
                <a:solidFill>
                  <a:srgbClr val="000000"/>
                </a:solidFill>
                <a:latin typeface="Playpen Sans Bold"/>
                <a:ea typeface="Playpen Sans Bold"/>
                <a:cs typeface="Playpen Sans Bold"/>
                <a:sym typeface="Playpen Sans Bold"/>
              </a:rPr>
              <a:t>Designed &amp; Developed By</a:t>
            </a:r>
          </a:p>
        </p:txBody>
      </p:sp>
      <p:sp>
        <p:nvSpPr>
          <p:cNvPr name="TextBox 15" id="15"/>
          <p:cNvSpPr txBox="true"/>
          <p:nvPr/>
        </p:nvSpPr>
        <p:spPr>
          <a:xfrm rot="0">
            <a:off x="978955" y="7412649"/>
            <a:ext cx="16230600" cy="939800"/>
          </a:xfrm>
          <a:prstGeom prst="rect">
            <a:avLst/>
          </a:prstGeom>
        </p:spPr>
        <p:txBody>
          <a:bodyPr anchor="t" rtlCol="false" tIns="0" lIns="0" bIns="0" rIns="0">
            <a:spAutoFit/>
          </a:bodyPr>
          <a:lstStyle/>
          <a:p>
            <a:pPr algn="ctr">
              <a:lnSpc>
                <a:spcPts val="6999"/>
              </a:lnSpc>
            </a:pPr>
            <a:r>
              <a:rPr lang="en-US" b="true" sz="6999">
                <a:solidFill>
                  <a:srgbClr val="000000"/>
                </a:solidFill>
                <a:latin typeface="Bebas Neue Bold"/>
                <a:ea typeface="Bebas Neue Bold"/>
                <a:cs typeface="Bebas Neue Bold"/>
                <a:sym typeface="Bebas Neue Bold"/>
              </a:rPr>
              <a:t>“School Management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3E4"/>
        </a:solidFill>
      </p:bgPr>
    </p:bg>
    <p:spTree>
      <p:nvGrpSpPr>
        <p:cNvPr id="1" name=""/>
        <p:cNvGrpSpPr/>
        <p:nvPr/>
      </p:nvGrpSpPr>
      <p:grpSpPr>
        <a:xfrm>
          <a:off x="0" y="0"/>
          <a:ext cx="0" cy="0"/>
          <a:chOff x="0" y="0"/>
          <a:chExt cx="0" cy="0"/>
        </a:xfrm>
      </p:grpSpPr>
      <p:grpSp>
        <p:nvGrpSpPr>
          <p:cNvPr name="Group 2" id="2"/>
          <p:cNvGrpSpPr/>
          <p:nvPr/>
        </p:nvGrpSpPr>
        <p:grpSpPr>
          <a:xfrm rot="0">
            <a:off x="7616169" y="3184361"/>
            <a:ext cx="10267320" cy="5596332"/>
            <a:chOff x="0" y="0"/>
            <a:chExt cx="15158904" cy="8262552"/>
          </a:xfrm>
        </p:grpSpPr>
        <p:sp>
          <p:nvSpPr>
            <p:cNvPr name="Freeform 3" id="3"/>
            <p:cNvSpPr/>
            <p:nvPr/>
          </p:nvSpPr>
          <p:spPr>
            <a:xfrm flipH="false" flipV="false" rot="0">
              <a:off x="31750" y="31750"/>
              <a:ext cx="15095404" cy="8199051"/>
            </a:xfrm>
            <a:custGeom>
              <a:avLst/>
              <a:gdLst/>
              <a:ahLst/>
              <a:cxnLst/>
              <a:rect r="r" b="b" t="t" l="l"/>
              <a:pathLst>
                <a:path h="8199051" w="15095404">
                  <a:moveTo>
                    <a:pt x="15002694" y="8199051"/>
                  </a:moveTo>
                  <a:lnTo>
                    <a:pt x="92710" y="8199051"/>
                  </a:lnTo>
                  <a:cubicBezTo>
                    <a:pt x="41910" y="8199051"/>
                    <a:pt x="0" y="8157142"/>
                    <a:pt x="0" y="8106342"/>
                  </a:cubicBezTo>
                  <a:lnTo>
                    <a:pt x="0" y="92710"/>
                  </a:lnTo>
                  <a:cubicBezTo>
                    <a:pt x="0" y="41910"/>
                    <a:pt x="41910" y="0"/>
                    <a:pt x="92710" y="0"/>
                  </a:cubicBezTo>
                  <a:lnTo>
                    <a:pt x="15001424" y="0"/>
                  </a:lnTo>
                  <a:cubicBezTo>
                    <a:pt x="15052224" y="0"/>
                    <a:pt x="15094133" y="41910"/>
                    <a:pt x="15094133" y="92710"/>
                  </a:cubicBezTo>
                  <a:lnTo>
                    <a:pt x="15094133" y="8105072"/>
                  </a:lnTo>
                  <a:cubicBezTo>
                    <a:pt x="15095404" y="8157142"/>
                    <a:pt x="15053494" y="8199051"/>
                    <a:pt x="15002694" y="8199051"/>
                  </a:cubicBezTo>
                  <a:close/>
                </a:path>
              </a:pathLst>
            </a:custGeom>
            <a:solidFill>
              <a:srgbClr val="F9C041"/>
            </a:solidFill>
          </p:spPr>
        </p:sp>
        <p:sp>
          <p:nvSpPr>
            <p:cNvPr name="Freeform 4" id="4"/>
            <p:cNvSpPr/>
            <p:nvPr/>
          </p:nvSpPr>
          <p:spPr>
            <a:xfrm flipH="false" flipV="false" rot="0">
              <a:off x="0" y="0"/>
              <a:ext cx="15158904" cy="8262552"/>
            </a:xfrm>
            <a:custGeom>
              <a:avLst/>
              <a:gdLst/>
              <a:ahLst/>
              <a:cxnLst/>
              <a:rect r="r" b="b" t="t" l="l"/>
              <a:pathLst>
                <a:path h="8262552" w="15158904">
                  <a:moveTo>
                    <a:pt x="15034444" y="59690"/>
                  </a:moveTo>
                  <a:cubicBezTo>
                    <a:pt x="15070004" y="59690"/>
                    <a:pt x="15099213" y="88900"/>
                    <a:pt x="15099213" y="124460"/>
                  </a:cubicBezTo>
                  <a:lnTo>
                    <a:pt x="15099213" y="8138092"/>
                  </a:lnTo>
                  <a:cubicBezTo>
                    <a:pt x="15099213" y="8173652"/>
                    <a:pt x="15070004" y="8202862"/>
                    <a:pt x="15034444" y="8202862"/>
                  </a:cubicBezTo>
                  <a:lnTo>
                    <a:pt x="124460" y="8202862"/>
                  </a:lnTo>
                  <a:cubicBezTo>
                    <a:pt x="88900" y="8202862"/>
                    <a:pt x="59690" y="8173652"/>
                    <a:pt x="59690" y="8138092"/>
                  </a:cubicBezTo>
                  <a:lnTo>
                    <a:pt x="59690" y="124460"/>
                  </a:lnTo>
                  <a:cubicBezTo>
                    <a:pt x="59690" y="88900"/>
                    <a:pt x="88900" y="59690"/>
                    <a:pt x="124460" y="59690"/>
                  </a:cubicBezTo>
                  <a:lnTo>
                    <a:pt x="15034444" y="59690"/>
                  </a:lnTo>
                  <a:moveTo>
                    <a:pt x="15034444" y="0"/>
                  </a:moveTo>
                  <a:lnTo>
                    <a:pt x="124460" y="0"/>
                  </a:lnTo>
                  <a:cubicBezTo>
                    <a:pt x="55880" y="0"/>
                    <a:pt x="0" y="55880"/>
                    <a:pt x="0" y="124460"/>
                  </a:cubicBezTo>
                  <a:lnTo>
                    <a:pt x="0" y="8138092"/>
                  </a:lnTo>
                  <a:cubicBezTo>
                    <a:pt x="0" y="8206672"/>
                    <a:pt x="55880" y="8262552"/>
                    <a:pt x="124460" y="8262552"/>
                  </a:cubicBezTo>
                  <a:lnTo>
                    <a:pt x="15034444" y="8262552"/>
                  </a:lnTo>
                  <a:cubicBezTo>
                    <a:pt x="15103024" y="8262552"/>
                    <a:pt x="15158904" y="8206672"/>
                    <a:pt x="15158904" y="8138092"/>
                  </a:cubicBezTo>
                  <a:lnTo>
                    <a:pt x="15158904" y="124460"/>
                  </a:lnTo>
                  <a:cubicBezTo>
                    <a:pt x="15158904" y="55880"/>
                    <a:pt x="15103024" y="0"/>
                    <a:pt x="15034444" y="0"/>
                  </a:cubicBezTo>
                  <a:close/>
                </a:path>
              </a:pathLst>
            </a:custGeom>
            <a:solidFill>
              <a:srgbClr val="000000"/>
            </a:solidFill>
          </p:spPr>
        </p:sp>
      </p:grpSp>
      <p:grpSp>
        <p:nvGrpSpPr>
          <p:cNvPr name="Group 5" id="5"/>
          <p:cNvGrpSpPr/>
          <p:nvPr/>
        </p:nvGrpSpPr>
        <p:grpSpPr>
          <a:xfrm rot="0">
            <a:off x="7846748" y="3500717"/>
            <a:ext cx="9810352" cy="5063033"/>
            <a:chOff x="0" y="0"/>
            <a:chExt cx="13080469" cy="6750710"/>
          </a:xfrm>
        </p:grpSpPr>
        <p:pic>
          <p:nvPicPr>
            <p:cNvPr name="Picture 6" id="6"/>
            <p:cNvPicPr>
              <a:picLocks noChangeAspect="true"/>
            </p:cNvPicPr>
            <p:nvPr/>
          </p:nvPicPr>
          <p:blipFill>
            <a:blip r:embed="rId2"/>
            <a:srcRect l="0" t="5399" r="0" b="5399"/>
            <a:stretch>
              <a:fillRect/>
            </a:stretch>
          </p:blipFill>
          <p:spPr>
            <a:xfrm flipH="false" flipV="false">
              <a:off x="0" y="0"/>
              <a:ext cx="13080469" cy="6750710"/>
            </a:xfrm>
            <a:prstGeom prst="rect">
              <a:avLst/>
            </a:prstGeom>
          </p:spPr>
        </p:pic>
      </p:grpSp>
      <p:sp>
        <p:nvSpPr>
          <p:cNvPr name="Freeform 7" id="7"/>
          <p:cNvSpPr/>
          <p:nvPr/>
        </p:nvSpPr>
        <p:spPr>
          <a:xfrm flipH="false" flipV="false" rot="0">
            <a:off x="13098708" y="827992"/>
            <a:ext cx="4558392" cy="1613418"/>
          </a:xfrm>
          <a:custGeom>
            <a:avLst/>
            <a:gdLst/>
            <a:ahLst/>
            <a:cxnLst/>
            <a:rect r="r" b="b" t="t" l="l"/>
            <a:pathLst>
              <a:path h="1613418" w="4558392">
                <a:moveTo>
                  <a:pt x="0" y="0"/>
                </a:moveTo>
                <a:lnTo>
                  <a:pt x="4558392" y="0"/>
                </a:lnTo>
                <a:lnTo>
                  <a:pt x="4558392" y="1613419"/>
                </a:lnTo>
                <a:lnTo>
                  <a:pt x="0" y="1613419"/>
                </a:lnTo>
                <a:lnTo>
                  <a:pt x="0" y="0"/>
                </a:lnTo>
                <a:close/>
              </a:path>
            </a:pathLst>
          </a:custGeom>
          <a:blipFill>
            <a:blip r:embed="rId3"/>
            <a:stretch>
              <a:fillRect l="0" t="0" r="0" b="0"/>
            </a:stretch>
          </a:blipFill>
        </p:spPr>
      </p:sp>
      <p:sp>
        <p:nvSpPr>
          <p:cNvPr name="TextBox 8" id="8"/>
          <p:cNvSpPr txBox="true"/>
          <p:nvPr/>
        </p:nvSpPr>
        <p:spPr>
          <a:xfrm rot="0">
            <a:off x="1700192" y="3079586"/>
            <a:ext cx="5555812" cy="6425015"/>
          </a:xfrm>
          <a:prstGeom prst="rect">
            <a:avLst/>
          </a:prstGeom>
        </p:spPr>
        <p:txBody>
          <a:bodyPr anchor="t" rtlCol="false" tIns="0" lIns="0" bIns="0" rIns="0">
            <a:spAutoFit/>
          </a:bodyPr>
          <a:lstStyle/>
          <a:p>
            <a:pPr algn="l">
              <a:lnSpc>
                <a:spcPts val="3437"/>
              </a:lnSpc>
            </a:pPr>
            <a:r>
              <a:rPr lang="en-US" sz="2148" b="true">
                <a:solidFill>
                  <a:srgbClr val="000000"/>
                </a:solidFill>
                <a:latin typeface="Poppins Bold"/>
                <a:ea typeface="Poppins Bold"/>
                <a:cs typeface="Poppins Bold"/>
                <a:sym typeface="Poppins Bold"/>
              </a:rPr>
              <a:t>Seth Anandram Jaipuria School, Sadhu Campus – Barabanki</a:t>
            </a:r>
            <a:r>
              <a:rPr lang="en-US" sz="2148">
                <a:solidFill>
                  <a:srgbClr val="000000"/>
                </a:solidFill>
                <a:latin typeface="Poppins"/>
                <a:ea typeface="Poppins"/>
                <a:cs typeface="Poppins"/>
                <a:sym typeface="Poppins"/>
              </a:rPr>
              <a:t> is dedicated to the mission of 'Empower, Enthuse, and Excel,' ensuring that every child receives a holistic education that not only imparts knowledge but also instills values essential for navigating life.</a:t>
            </a:r>
          </a:p>
          <a:p>
            <a:pPr algn="l">
              <a:lnSpc>
                <a:spcPts val="3437"/>
              </a:lnSpc>
            </a:pPr>
            <a:r>
              <a:rPr lang="en-US" sz="2148">
                <a:solidFill>
                  <a:srgbClr val="000000"/>
                </a:solidFill>
                <a:latin typeface="Poppins"/>
                <a:ea typeface="Poppins"/>
                <a:cs typeface="Poppins"/>
                <a:sym typeface="Poppins"/>
              </a:rPr>
              <a:t>Our commitment at Seth Anandram Jaipuria School is to provide education that truly prepares students for LIFE!</a:t>
            </a:r>
          </a:p>
          <a:p>
            <a:pPr algn="l">
              <a:lnSpc>
                <a:spcPts val="3437"/>
              </a:lnSpc>
            </a:pPr>
            <a:r>
              <a:rPr lang="en-US" sz="2148">
                <a:solidFill>
                  <a:srgbClr val="000000"/>
                </a:solidFill>
                <a:latin typeface="Poppins"/>
                <a:ea typeface="Poppins"/>
                <a:cs typeface="Poppins"/>
                <a:sym typeface="Poppins"/>
              </a:rPr>
              <a:t>Nestled in the serene environment of Barabanki, Seth Anandram Jaipuria School, Sadhu Campus spans</a:t>
            </a:r>
            <a:r>
              <a:rPr lang="en-US" sz="2148" b="true">
                <a:solidFill>
                  <a:srgbClr val="000000"/>
                </a:solidFill>
                <a:latin typeface="Poppins Bold"/>
                <a:ea typeface="Poppins Bold"/>
                <a:cs typeface="Poppins Bold"/>
                <a:sym typeface="Poppins Bold"/>
              </a:rPr>
              <a:t> 2.16 acres of lush green land. </a:t>
            </a:r>
          </a:p>
          <a:p>
            <a:pPr algn="l">
              <a:lnSpc>
                <a:spcPts val="3437"/>
              </a:lnSpc>
            </a:pPr>
          </a:p>
        </p:txBody>
      </p:sp>
      <p:sp>
        <p:nvSpPr>
          <p:cNvPr name="TextBox 9" id="9"/>
          <p:cNvSpPr txBox="true"/>
          <p:nvPr/>
        </p:nvSpPr>
        <p:spPr>
          <a:xfrm rot="0">
            <a:off x="1700192" y="9199801"/>
            <a:ext cx="18421349" cy="424265"/>
          </a:xfrm>
          <a:prstGeom prst="rect">
            <a:avLst/>
          </a:prstGeom>
        </p:spPr>
        <p:txBody>
          <a:bodyPr anchor="t" rtlCol="false" tIns="0" lIns="0" bIns="0" rIns="0">
            <a:spAutoFit/>
          </a:bodyPr>
          <a:lstStyle/>
          <a:p>
            <a:pPr algn="l">
              <a:lnSpc>
                <a:spcPts val="3437"/>
              </a:lnSpc>
            </a:pPr>
            <a:r>
              <a:rPr lang="en-US" sz="2148">
                <a:solidFill>
                  <a:srgbClr val="000000"/>
                </a:solidFill>
                <a:latin typeface="Poppins"/>
                <a:ea typeface="Poppins"/>
                <a:cs typeface="Poppins"/>
                <a:sym typeface="Poppins"/>
              </a:rPr>
              <a:t>The campus is equipped with state-of-the-art facilities, designed to foster the all-round development of our students. </a:t>
            </a:r>
          </a:p>
        </p:txBody>
      </p:sp>
      <p:sp>
        <p:nvSpPr>
          <p:cNvPr name="TextBox 10" id="10"/>
          <p:cNvSpPr txBox="true"/>
          <p:nvPr/>
        </p:nvSpPr>
        <p:spPr>
          <a:xfrm rot="0">
            <a:off x="1715823" y="2229560"/>
            <a:ext cx="8234125" cy="939800"/>
          </a:xfrm>
          <a:prstGeom prst="rect">
            <a:avLst/>
          </a:prstGeom>
        </p:spPr>
        <p:txBody>
          <a:bodyPr anchor="t" rtlCol="false" tIns="0" lIns="0" bIns="0" rIns="0">
            <a:spAutoFit/>
          </a:bodyPr>
          <a:lstStyle/>
          <a:p>
            <a:pPr algn="l">
              <a:lnSpc>
                <a:spcPts val="6999"/>
              </a:lnSpc>
            </a:pPr>
            <a:r>
              <a:rPr lang="en-US" b="true" sz="6999">
                <a:solidFill>
                  <a:srgbClr val="000000"/>
                </a:solidFill>
                <a:latin typeface="Bebas Neue Bold"/>
                <a:ea typeface="Bebas Neue Bold"/>
                <a:cs typeface="Bebas Neue Bold"/>
                <a:sym typeface="Bebas Neue Bold"/>
              </a:rPr>
              <a:t>SETH A R JAIPURIYA,SCHOOL</a:t>
            </a:r>
          </a:p>
        </p:txBody>
      </p:sp>
      <p:sp>
        <p:nvSpPr>
          <p:cNvPr name="TextBox 11" id="11"/>
          <p:cNvSpPr txBox="true"/>
          <p:nvPr/>
        </p:nvSpPr>
        <p:spPr>
          <a:xfrm rot="0">
            <a:off x="742950" y="914400"/>
            <a:ext cx="4537872" cy="1189827"/>
          </a:xfrm>
          <a:prstGeom prst="rect">
            <a:avLst/>
          </a:prstGeom>
        </p:spPr>
        <p:txBody>
          <a:bodyPr anchor="t" rtlCol="false" tIns="0" lIns="0" bIns="0" rIns="0">
            <a:spAutoFit/>
          </a:bodyPr>
          <a:lstStyle/>
          <a:p>
            <a:pPr algn="l">
              <a:lnSpc>
                <a:spcPts val="8968"/>
              </a:lnSpc>
            </a:pPr>
            <a:r>
              <a:rPr lang="en-US" sz="8968">
                <a:solidFill>
                  <a:srgbClr val="B91646"/>
                </a:solidFill>
                <a:latin typeface="Brittany"/>
                <a:ea typeface="Brittany"/>
                <a:cs typeface="Brittany"/>
                <a:sym typeface="Brittany"/>
              </a:rPr>
              <a:t>About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3E4"/>
        </a:solidFill>
      </p:bgPr>
    </p:bg>
    <p:spTree>
      <p:nvGrpSpPr>
        <p:cNvPr id="1" name=""/>
        <p:cNvGrpSpPr/>
        <p:nvPr/>
      </p:nvGrpSpPr>
      <p:grpSpPr>
        <a:xfrm>
          <a:off x="0" y="0"/>
          <a:ext cx="0" cy="0"/>
          <a:chOff x="0" y="0"/>
          <a:chExt cx="0" cy="0"/>
        </a:xfrm>
      </p:grpSpPr>
      <p:sp>
        <p:nvSpPr>
          <p:cNvPr name="Freeform 2" id="2"/>
          <p:cNvSpPr/>
          <p:nvPr/>
        </p:nvSpPr>
        <p:spPr>
          <a:xfrm flipH="false" flipV="false" rot="0">
            <a:off x="0" y="6172200"/>
            <a:ext cx="4562782" cy="4114800"/>
          </a:xfrm>
          <a:custGeom>
            <a:avLst/>
            <a:gdLst/>
            <a:ahLst/>
            <a:cxnLst/>
            <a:rect r="r" b="b" t="t" l="l"/>
            <a:pathLst>
              <a:path h="4114800" w="4562782">
                <a:moveTo>
                  <a:pt x="0" y="0"/>
                </a:moveTo>
                <a:lnTo>
                  <a:pt x="4562782" y="0"/>
                </a:lnTo>
                <a:lnTo>
                  <a:pt x="456278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25373" y="3522762"/>
            <a:ext cx="15602751" cy="4530725"/>
          </a:xfrm>
          <a:prstGeom prst="rect">
            <a:avLst/>
          </a:prstGeom>
        </p:spPr>
        <p:txBody>
          <a:bodyPr anchor="t" rtlCol="false" tIns="0" lIns="0" bIns="0" rIns="0">
            <a:spAutoFit/>
          </a:bodyPr>
          <a:lstStyle/>
          <a:p>
            <a:pPr algn="l">
              <a:lnSpc>
                <a:spcPts val="3999"/>
              </a:lnSpc>
            </a:pPr>
            <a:r>
              <a:rPr lang="en-US" sz="2499">
                <a:solidFill>
                  <a:srgbClr val="000000"/>
                </a:solidFill>
                <a:latin typeface="Poppins"/>
                <a:ea typeface="Poppins"/>
                <a:cs typeface="Poppins"/>
                <a:sym typeface="Poppins"/>
              </a:rPr>
              <a:t>To address the challenges posed by traditional school administration methods, Seth Anandram Jaipuria School, Sadhu Campus – Barabanki, has introduced a comprehensive School Management System (SMS). This system is designed to digitize every aspect of school operations, from admissions to academic management, ensuring that all processes are streamlined and efficient.</a:t>
            </a:r>
          </a:p>
          <a:p>
            <a:pPr algn="l">
              <a:lnSpc>
                <a:spcPts val="3999"/>
              </a:lnSpc>
            </a:pPr>
            <a:r>
              <a:rPr lang="en-US" sz="2499">
                <a:solidFill>
                  <a:srgbClr val="000000"/>
                </a:solidFill>
                <a:latin typeface="Poppins"/>
                <a:ea typeface="Poppins"/>
                <a:cs typeface="Poppins"/>
                <a:sym typeface="Poppins"/>
              </a:rPr>
              <a:t>The SMS features a </a:t>
            </a:r>
            <a:r>
              <a:rPr lang="en-US" sz="2499" b="true">
                <a:solidFill>
                  <a:srgbClr val="000000"/>
                </a:solidFill>
                <a:latin typeface="Poppins Bold"/>
                <a:ea typeface="Poppins Bold"/>
                <a:cs typeface="Poppins Bold"/>
                <a:sym typeface="Poppins Bold"/>
              </a:rPr>
              <a:t>common zone</a:t>
            </a:r>
            <a:r>
              <a:rPr lang="en-US" sz="2499">
                <a:solidFill>
                  <a:srgbClr val="000000"/>
                </a:solidFill>
                <a:latin typeface="Poppins"/>
                <a:ea typeface="Poppins"/>
                <a:cs typeface="Poppins"/>
                <a:sym typeface="Poppins"/>
              </a:rPr>
              <a:t> accessible to all visitors, providing a general overview and essential information about the school. Beyond this, the system offers three distinct login panels for Students, Teachers, and Administrators, each tailored to meet their specific needs.</a:t>
            </a:r>
          </a:p>
          <a:p>
            <a:pPr algn="l">
              <a:lnSpc>
                <a:spcPts val="3999"/>
              </a:lnSpc>
            </a:pPr>
          </a:p>
        </p:txBody>
      </p:sp>
      <p:sp>
        <p:nvSpPr>
          <p:cNvPr name="TextBox 4" id="4"/>
          <p:cNvSpPr txBox="true"/>
          <p:nvPr/>
        </p:nvSpPr>
        <p:spPr>
          <a:xfrm rot="0">
            <a:off x="1972998" y="2229560"/>
            <a:ext cx="8895252" cy="939800"/>
          </a:xfrm>
          <a:prstGeom prst="rect">
            <a:avLst/>
          </a:prstGeom>
        </p:spPr>
        <p:txBody>
          <a:bodyPr anchor="t" rtlCol="false" tIns="0" lIns="0" bIns="0" rIns="0">
            <a:spAutoFit/>
          </a:bodyPr>
          <a:lstStyle/>
          <a:p>
            <a:pPr algn="l">
              <a:lnSpc>
                <a:spcPts val="6999"/>
              </a:lnSpc>
            </a:pPr>
            <a:r>
              <a:rPr lang="en-US" b="true" sz="6999">
                <a:solidFill>
                  <a:srgbClr val="000000"/>
                </a:solidFill>
                <a:latin typeface="Bebas Neue Bold"/>
                <a:ea typeface="Bebas Neue Bold"/>
                <a:cs typeface="Bebas Neue Bold"/>
                <a:sym typeface="Bebas Neue Bold"/>
              </a:rPr>
              <a:t>STUDENT MANAGEMENT SYSTEM</a:t>
            </a:r>
          </a:p>
        </p:txBody>
      </p:sp>
      <p:sp>
        <p:nvSpPr>
          <p:cNvPr name="TextBox 5" id="5"/>
          <p:cNvSpPr txBox="true"/>
          <p:nvPr/>
        </p:nvSpPr>
        <p:spPr>
          <a:xfrm rot="0">
            <a:off x="933450" y="1104900"/>
            <a:ext cx="4537872" cy="1189827"/>
          </a:xfrm>
          <a:prstGeom prst="rect">
            <a:avLst/>
          </a:prstGeom>
        </p:spPr>
        <p:txBody>
          <a:bodyPr anchor="t" rtlCol="false" tIns="0" lIns="0" bIns="0" rIns="0">
            <a:spAutoFit/>
          </a:bodyPr>
          <a:lstStyle/>
          <a:p>
            <a:pPr algn="l">
              <a:lnSpc>
                <a:spcPts val="8968"/>
              </a:lnSpc>
            </a:pPr>
            <a:r>
              <a:rPr lang="en-US" sz="8968">
                <a:solidFill>
                  <a:srgbClr val="B91646"/>
                </a:solidFill>
                <a:latin typeface="Brittany"/>
                <a:ea typeface="Brittany"/>
                <a:cs typeface="Brittany"/>
                <a:sym typeface="Brittany"/>
              </a:rPr>
              <a:t>About</a:t>
            </a:r>
          </a:p>
        </p:txBody>
      </p:sp>
      <p:sp>
        <p:nvSpPr>
          <p:cNvPr name="TextBox 6" id="6"/>
          <p:cNvSpPr txBox="true"/>
          <p:nvPr/>
        </p:nvSpPr>
        <p:spPr>
          <a:xfrm rot="0">
            <a:off x="12381538" y="8712081"/>
            <a:ext cx="3863933" cy="433506"/>
          </a:xfrm>
          <a:prstGeom prst="rect">
            <a:avLst/>
          </a:prstGeom>
        </p:spPr>
        <p:txBody>
          <a:bodyPr anchor="t" rtlCol="false" tIns="0" lIns="0" bIns="0" rIns="0">
            <a:spAutoFit/>
          </a:bodyPr>
          <a:lstStyle/>
          <a:p>
            <a:pPr algn="r">
              <a:lnSpc>
                <a:spcPts val="3192"/>
              </a:lnSpc>
            </a:pPr>
            <a:r>
              <a:rPr lang="en-US" b="true" sz="3192" spc="478">
                <a:solidFill>
                  <a:srgbClr val="FBF3E4"/>
                </a:solidFill>
                <a:latin typeface="Bebas Neue Bold"/>
                <a:ea typeface="Bebas Neue Bold"/>
                <a:cs typeface="Bebas Neue Bold"/>
                <a:sym typeface="Bebas Neue Bold"/>
              </a:rPr>
              <a:t>Akshat pathak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3E4"/>
        </a:solidFill>
      </p:bgPr>
    </p:bg>
    <p:spTree>
      <p:nvGrpSpPr>
        <p:cNvPr id="1" name=""/>
        <p:cNvGrpSpPr/>
        <p:nvPr/>
      </p:nvGrpSpPr>
      <p:grpSpPr>
        <a:xfrm>
          <a:off x="0" y="0"/>
          <a:ext cx="0" cy="0"/>
          <a:chOff x="0" y="0"/>
          <a:chExt cx="0" cy="0"/>
        </a:xfrm>
      </p:grpSpPr>
      <p:sp>
        <p:nvSpPr>
          <p:cNvPr name="Freeform 2" id="2"/>
          <p:cNvSpPr/>
          <p:nvPr/>
        </p:nvSpPr>
        <p:spPr>
          <a:xfrm flipH="false" flipV="false" rot="0">
            <a:off x="0" y="6172200"/>
            <a:ext cx="4562782" cy="4114800"/>
          </a:xfrm>
          <a:custGeom>
            <a:avLst/>
            <a:gdLst/>
            <a:ahLst/>
            <a:cxnLst/>
            <a:rect r="r" b="b" t="t" l="l"/>
            <a:pathLst>
              <a:path h="4114800" w="4562782">
                <a:moveTo>
                  <a:pt x="0" y="0"/>
                </a:moveTo>
                <a:lnTo>
                  <a:pt x="4562782" y="0"/>
                </a:lnTo>
                <a:lnTo>
                  <a:pt x="456278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04174" y="3432471"/>
            <a:ext cx="15602751" cy="6045200"/>
          </a:xfrm>
          <a:prstGeom prst="rect">
            <a:avLst/>
          </a:prstGeom>
        </p:spPr>
        <p:txBody>
          <a:bodyPr anchor="t" rtlCol="false" tIns="0" lIns="0" bIns="0" rIns="0">
            <a:spAutoFit/>
          </a:bodyPr>
          <a:lstStyle/>
          <a:p>
            <a:pPr algn="l">
              <a:lnSpc>
                <a:spcPts val="3999"/>
              </a:lnSpc>
            </a:pPr>
            <a:r>
              <a:rPr lang="en-US" sz="2499">
                <a:solidFill>
                  <a:srgbClr val="000000"/>
                </a:solidFill>
                <a:latin typeface="Poppins"/>
                <a:ea typeface="Poppins"/>
                <a:cs typeface="Poppins"/>
                <a:sym typeface="Poppins"/>
              </a:rPr>
              <a:t>State Board of Technical Education and Training was set up in the state in </a:t>
            </a:r>
            <a:r>
              <a:rPr lang="en-US" sz="2499" b="true">
                <a:solidFill>
                  <a:srgbClr val="000000"/>
                </a:solidFill>
                <a:latin typeface="Poppins Bold"/>
                <a:ea typeface="Poppins Bold"/>
                <a:cs typeface="Poppins Bold"/>
                <a:sym typeface="Poppins Bold"/>
              </a:rPr>
              <a:t>May,1958</a:t>
            </a:r>
            <a:r>
              <a:rPr lang="en-US" sz="2499">
                <a:solidFill>
                  <a:srgbClr val="000000"/>
                </a:solidFill>
                <a:latin typeface="Poppins"/>
                <a:ea typeface="Poppins"/>
                <a:cs typeface="Poppins"/>
                <a:sym typeface="Poppins"/>
              </a:rPr>
              <a:t>. The Board conducted its first examination in 1960, for courses of diploma level and also for Draughtsman Certificate Course. The name of the state Board was changed to Board of Technical Education in 1962. In the same Year, the U.P. Pravidhic Shiksha Adhiniyam - 1962 was enacted awarding the Board statutory status. In the year 1962, year of its inception, the Board held the examination of about 2500 students, in three major disciplines of Civil, Electrical and Mechanical Engineering at 25 different Centers/Institutions. It has a chairman, vice-chairman and 40 members, named by the state government. Secretary, Board of Technical Education, U.P. is ex-officio member secretary of the Board. The Board now examine and approve the syllabus developed by IRDT, Kanpur and prescribe it for institutions affiliated to Board of Technical Education, U.P. About </a:t>
            </a:r>
            <a:r>
              <a:rPr lang="en-US" sz="2499" b="true">
                <a:solidFill>
                  <a:srgbClr val="000000"/>
                </a:solidFill>
                <a:latin typeface="Poppins Bold"/>
                <a:ea typeface="Poppins Bold"/>
                <a:cs typeface="Poppins Bold"/>
                <a:sym typeface="Poppins Bold"/>
              </a:rPr>
              <a:t>1,05,000 students</a:t>
            </a:r>
            <a:r>
              <a:rPr lang="en-US" sz="2499">
                <a:solidFill>
                  <a:srgbClr val="000000"/>
                </a:solidFill>
                <a:latin typeface="Poppins"/>
                <a:ea typeface="Poppins"/>
                <a:cs typeface="Poppins"/>
                <a:sym typeface="Poppins"/>
              </a:rPr>
              <a:t> in the </a:t>
            </a:r>
            <a:r>
              <a:rPr lang="en-US" sz="2499" b="true">
                <a:solidFill>
                  <a:srgbClr val="000000"/>
                </a:solidFill>
                <a:latin typeface="Poppins Bold"/>
                <a:ea typeface="Poppins Bold"/>
                <a:cs typeface="Poppins Bold"/>
                <a:sym typeface="Poppins Bold"/>
              </a:rPr>
              <a:t>60 different disciplines </a:t>
            </a:r>
            <a:r>
              <a:rPr lang="en-US" sz="2499">
                <a:solidFill>
                  <a:srgbClr val="000000"/>
                </a:solidFill>
                <a:latin typeface="Poppins"/>
                <a:ea typeface="Poppins"/>
                <a:cs typeface="Poppins"/>
                <a:sym typeface="Poppins"/>
              </a:rPr>
              <a:t>of one year, two year, three year and four year durations are being examined at present, in the institutions, affiliated to the Board</a:t>
            </a:r>
          </a:p>
        </p:txBody>
      </p:sp>
      <p:sp>
        <p:nvSpPr>
          <p:cNvPr name="Freeform 4" id="4"/>
          <p:cNvSpPr/>
          <p:nvPr/>
        </p:nvSpPr>
        <p:spPr>
          <a:xfrm flipH="false" flipV="false" rot="0">
            <a:off x="15033821" y="1028700"/>
            <a:ext cx="2225479" cy="2225479"/>
          </a:xfrm>
          <a:custGeom>
            <a:avLst/>
            <a:gdLst/>
            <a:ahLst/>
            <a:cxnLst/>
            <a:rect r="r" b="b" t="t" l="l"/>
            <a:pathLst>
              <a:path h="2225479" w="2225479">
                <a:moveTo>
                  <a:pt x="0" y="0"/>
                </a:moveTo>
                <a:lnTo>
                  <a:pt x="2225479" y="0"/>
                </a:lnTo>
                <a:lnTo>
                  <a:pt x="2225479" y="2225479"/>
                </a:lnTo>
                <a:lnTo>
                  <a:pt x="0" y="2225479"/>
                </a:lnTo>
                <a:lnTo>
                  <a:pt x="0" y="0"/>
                </a:lnTo>
                <a:close/>
              </a:path>
            </a:pathLst>
          </a:custGeom>
          <a:blipFill>
            <a:blip r:embed="rId4"/>
            <a:stretch>
              <a:fillRect l="0" t="0" r="0" b="0"/>
            </a:stretch>
          </a:blipFill>
        </p:spPr>
      </p:sp>
      <p:sp>
        <p:nvSpPr>
          <p:cNvPr name="TextBox 5" id="5"/>
          <p:cNvSpPr txBox="true"/>
          <p:nvPr/>
        </p:nvSpPr>
        <p:spPr>
          <a:xfrm rot="0">
            <a:off x="1694649" y="2229560"/>
            <a:ext cx="6012740" cy="939800"/>
          </a:xfrm>
          <a:prstGeom prst="rect">
            <a:avLst/>
          </a:prstGeom>
        </p:spPr>
        <p:txBody>
          <a:bodyPr anchor="t" rtlCol="false" tIns="0" lIns="0" bIns="0" rIns="0">
            <a:spAutoFit/>
          </a:bodyPr>
          <a:lstStyle/>
          <a:p>
            <a:pPr algn="just">
              <a:lnSpc>
                <a:spcPts val="6999"/>
              </a:lnSpc>
            </a:pPr>
            <a:r>
              <a:rPr lang="en-US" b="true" sz="6999">
                <a:solidFill>
                  <a:srgbClr val="000000"/>
                </a:solidFill>
                <a:latin typeface="Bebas Neue Bold"/>
                <a:ea typeface="Bebas Neue Bold"/>
                <a:cs typeface="Bebas Neue Bold"/>
                <a:sym typeface="Bebas Neue Bold"/>
              </a:rPr>
              <a:t>BTE UTTAR PRADESH</a:t>
            </a:r>
          </a:p>
        </p:txBody>
      </p:sp>
      <p:sp>
        <p:nvSpPr>
          <p:cNvPr name="TextBox 6" id="6"/>
          <p:cNvSpPr txBox="true"/>
          <p:nvPr/>
        </p:nvSpPr>
        <p:spPr>
          <a:xfrm rot="0">
            <a:off x="800100" y="1104900"/>
            <a:ext cx="4537872" cy="1189827"/>
          </a:xfrm>
          <a:prstGeom prst="rect">
            <a:avLst/>
          </a:prstGeom>
        </p:spPr>
        <p:txBody>
          <a:bodyPr anchor="t" rtlCol="false" tIns="0" lIns="0" bIns="0" rIns="0">
            <a:spAutoFit/>
          </a:bodyPr>
          <a:lstStyle/>
          <a:p>
            <a:pPr algn="l">
              <a:lnSpc>
                <a:spcPts val="8968"/>
              </a:lnSpc>
            </a:pPr>
            <a:r>
              <a:rPr lang="en-US" sz="8968">
                <a:solidFill>
                  <a:srgbClr val="B91646"/>
                </a:solidFill>
                <a:latin typeface="Brittany"/>
                <a:ea typeface="Brittany"/>
                <a:cs typeface="Brittany"/>
                <a:sym typeface="Brittany"/>
              </a:rPr>
              <a:t>About</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BF3E4"/>
        </a:solidFill>
      </p:bgPr>
    </p:bg>
    <p:spTree>
      <p:nvGrpSpPr>
        <p:cNvPr id="1" name=""/>
        <p:cNvGrpSpPr/>
        <p:nvPr/>
      </p:nvGrpSpPr>
      <p:grpSpPr>
        <a:xfrm>
          <a:off x="0" y="0"/>
          <a:ext cx="0" cy="0"/>
          <a:chOff x="0" y="0"/>
          <a:chExt cx="0" cy="0"/>
        </a:xfrm>
      </p:grpSpPr>
      <p:sp>
        <p:nvSpPr>
          <p:cNvPr name="TextBox 2" id="2"/>
          <p:cNvSpPr txBox="true"/>
          <p:nvPr/>
        </p:nvSpPr>
        <p:spPr>
          <a:xfrm rot="0">
            <a:off x="3395558" y="3016346"/>
            <a:ext cx="11496885" cy="1601637"/>
          </a:xfrm>
          <a:prstGeom prst="rect">
            <a:avLst/>
          </a:prstGeom>
        </p:spPr>
        <p:txBody>
          <a:bodyPr anchor="t" rtlCol="false" tIns="0" lIns="0" bIns="0" rIns="0">
            <a:spAutoFit/>
          </a:bodyPr>
          <a:lstStyle/>
          <a:p>
            <a:pPr algn="ctr">
              <a:lnSpc>
                <a:spcPts val="11883"/>
              </a:lnSpc>
            </a:pPr>
            <a:r>
              <a:rPr lang="en-US" b="true" sz="11883">
                <a:solidFill>
                  <a:srgbClr val="000000"/>
                </a:solidFill>
                <a:latin typeface="Bebas Neue Bold"/>
                <a:ea typeface="Bebas Neue Bold"/>
                <a:cs typeface="Bebas Neue Bold"/>
                <a:sym typeface="Bebas Neue Bold"/>
              </a:rPr>
              <a:t>SUMMER TRAINING</a:t>
            </a:r>
          </a:p>
        </p:txBody>
      </p:sp>
      <p:sp>
        <p:nvSpPr>
          <p:cNvPr name="TextBox 3" id="3"/>
          <p:cNvSpPr txBox="true"/>
          <p:nvPr/>
        </p:nvSpPr>
        <p:spPr>
          <a:xfrm rot="0">
            <a:off x="7112301" y="1653207"/>
            <a:ext cx="4537872" cy="1191689"/>
          </a:xfrm>
          <a:prstGeom prst="rect">
            <a:avLst/>
          </a:prstGeom>
        </p:spPr>
        <p:txBody>
          <a:bodyPr anchor="t" rtlCol="false" tIns="0" lIns="0" bIns="0" rIns="0">
            <a:spAutoFit/>
          </a:bodyPr>
          <a:lstStyle/>
          <a:p>
            <a:pPr algn="ctr">
              <a:lnSpc>
                <a:spcPts val="8968"/>
              </a:lnSpc>
            </a:pPr>
            <a:r>
              <a:rPr lang="en-US" sz="8968">
                <a:solidFill>
                  <a:srgbClr val="B91646"/>
                </a:solidFill>
                <a:latin typeface="Brittany"/>
                <a:ea typeface="Brittany"/>
                <a:cs typeface="Brittany"/>
                <a:sym typeface="Brittany"/>
              </a:rPr>
              <a:t>Why</a:t>
            </a:r>
          </a:p>
        </p:txBody>
      </p:sp>
      <p:sp>
        <p:nvSpPr>
          <p:cNvPr name="AutoShape 4" id="4"/>
          <p:cNvSpPr/>
          <p:nvPr/>
        </p:nvSpPr>
        <p:spPr>
          <a:xfrm>
            <a:off x="1028700" y="6154302"/>
            <a:ext cx="16230600" cy="9525"/>
          </a:xfrm>
          <a:prstGeom prst="line">
            <a:avLst/>
          </a:prstGeom>
          <a:ln cap="flat" w="19050">
            <a:solidFill>
              <a:srgbClr val="000000"/>
            </a:solidFill>
            <a:prstDash val="solid"/>
            <a:headEnd type="none" len="sm" w="sm"/>
            <a:tailEnd type="none" len="sm" w="sm"/>
          </a:ln>
        </p:spPr>
      </p:sp>
      <p:sp>
        <p:nvSpPr>
          <p:cNvPr name="TextBox 5" id="5"/>
          <p:cNvSpPr txBox="true"/>
          <p:nvPr/>
        </p:nvSpPr>
        <p:spPr>
          <a:xfrm rot="0">
            <a:off x="1452007" y="4266446"/>
            <a:ext cx="15383986" cy="1449706"/>
          </a:xfrm>
          <a:prstGeom prst="rect">
            <a:avLst/>
          </a:prstGeom>
        </p:spPr>
        <p:txBody>
          <a:bodyPr anchor="t" rtlCol="false" tIns="0" lIns="0" bIns="0" rIns="0">
            <a:spAutoFit/>
          </a:bodyPr>
          <a:lstStyle/>
          <a:p>
            <a:pPr algn="ctr">
              <a:lnSpc>
                <a:spcPts val="3839"/>
              </a:lnSpc>
            </a:pPr>
            <a:r>
              <a:rPr lang="en-US" sz="2399">
                <a:solidFill>
                  <a:srgbClr val="000000"/>
                </a:solidFill>
                <a:latin typeface="Poppins"/>
                <a:ea typeface="Poppins"/>
                <a:cs typeface="Poppins"/>
                <a:sym typeface="Poppins"/>
              </a:rPr>
              <a:t>Summer training allows students to put their theoretical knowledge into practice for the employer in the workplace. Students gain first-hand experience, build projects, and their success is supervised by mentors who direct, prepare, and then provide recommendations to improve their skills.</a:t>
            </a:r>
          </a:p>
        </p:txBody>
      </p:sp>
      <p:grpSp>
        <p:nvGrpSpPr>
          <p:cNvPr name="Group 6" id="6"/>
          <p:cNvGrpSpPr/>
          <p:nvPr/>
        </p:nvGrpSpPr>
        <p:grpSpPr>
          <a:xfrm rot="0">
            <a:off x="10483653" y="6752970"/>
            <a:ext cx="5012346" cy="781940"/>
            <a:chOff x="0" y="0"/>
            <a:chExt cx="6609980" cy="1031175"/>
          </a:xfrm>
        </p:grpSpPr>
        <p:sp>
          <p:nvSpPr>
            <p:cNvPr name="Freeform 7" id="7"/>
            <p:cNvSpPr/>
            <p:nvPr/>
          </p:nvSpPr>
          <p:spPr>
            <a:xfrm flipH="false" flipV="false" rot="0">
              <a:off x="31750" y="31750"/>
              <a:ext cx="6546479" cy="967675"/>
            </a:xfrm>
            <a:custGeom>
              <a:avLst/>
              <a:gdLst/>
              <a:ahLst/>
              <a:cxnLst/>
              <a:rect r="r" b="b" t="t" l="l"/>
              <a:pathLst>
                <a:path h="967675" w="6546479">
                  <a:moveTo>
                    <a:pt x="6453770" y="967675"/>
                  </a:moveTo>
                  <a:lnTo>
                    <a:pt x="92710" y="967675"/>
                  </a:lnTo>
                  <a:cubicBezTo>
                    <a:pt x="41910" y="967675"/>
                    <a:pt x="0" y="925765"/>
                    <a:pt x="0" y="874965"/>
                  </a:cubicBezTo>
                  <a:lnTo>
                    <a:pt x="0" y="92710"/>
                  </a:lnTo>
                  <a:cubicBezTo>
                    <a:pt x="0" y="41910"/>
                    <a:pt x="41910" y="0"/>
                    <a:pt x="92710" y="0"/>
                  </a:cubicBezTo>
                  <a:lnTo>
                    <a:pt x="6452500" y="0"/>
                  </a:lnTo>
                  <a:cubicBezTo>
                    <a:pt x="6503300" y="0"/>
                    <a:pt x="6545210" y="41910"/>
                    <a:pt x="6545210" y="92710"/>
                  </a:cubicBezTo>
                  <a:lnTo>
                    <a:pt x="6545210" y="873695"/>
                  </a:lnTo>
                  <a:cubicBezTo>
                    <a:pt x="6546479" y="925765"/>
                    <a:pt x="6504570" y="967675"/>
                    <a:pt x="6453770" y="967675"/>
                  </a:cubicBezTo>
                  <a:close/>
                </a:path>
              </a:pathLst>
            </a:custGeom>
            <a:solidFill>
              <a:srgbClr val="105652"/>
            </a:solidFill>
          </p:spPr>
        </p:sp>
        <p:sp>
          <p:nvSpPr>
            <p:cNvPr name="Freeform 8" id="8"/>
            <p:cNvSpPr/>
            <p:nvPr/>
          </p:nvSpPr>
          <p:spPr>
            <a:xfrm flipH="false" flipV="false" rot="0">
              <a:off x="0" y="0"/>
              <a:ext cx="6609980" cy="1031175"/>
            </a:xfrm>
            <a:custGeom>
              <a:avLst/>
              <a:gdLst/>
              <a:ahLst/>
              <a:cxnLst/>
              <a:rect r="r" b="b" t="t" l="l"/>
              <a:pathLst>
                <a:path h="1031175" w="6609980">
                  <a:moveTo>
                    <a:pt x="6485520" y="59690"/>
                  </a:moveTo>
                  <a:cubicBezTo>
                    <a:pt x="6521079" y="59690"/>
                    <a:pt x="6550290" y="88900"/>
                    <a:pt x="6550290" y="124460"/>
                  </a:cubicBezTo>
                  <a:lnTo>
                    <a:pt x="6550290" y="906715"/>
                  </a:lnTo>
                  <a:cubicBezTo>
                    <a:pt x="6550290" y="942275"/>
                    <a:pt x="6521079" y="971485"/>
                    <a:pt x="6485520" y="971485"/>
                  </a:cubicBezTo>
                  <a:lnTo>
                    <a:pt x="124460" y="971485"/>
                  </a:lnTo>
                  <a:cubicBezTo>
                    <a:pt x="88900" y="971485"/>
                    <a:pt x="59690" y="942275"/>
                    <a:pt x="59690" y="906715"/>
                  </a:cubicBezTo>
                  <a:lnTo>
                    <a:pt x="59690" y="124460"/>
                  </a:lnTo>
                  <a:cubicBezTo>
                    <a:pt x="59690" y="88900"/>
                    <a:pt x="88900" y="59690"/>
                    <a:pt x="124460" y="59690"/>
                  </a:cubicBezTo>
                  <a:lnTo>
                    <a:pt x="6485520" y="59690"/>
                  </a:lnTo>
                  <a:moveTo>
                    <a:pt x="6485520" y="0"/>
                  </a:moveTo>
                  <a:lnTo>
                    <a:pt x="124460" y="0"/>
                  </a:lnTo>
                  <a:cubicBezTo>
                    <a:pt x="55880" y="0"/>
                    <a:pt x="0" y="55880"/>
                    <a:pt x="0" y="124460"/>
                  </a:cubicBezTo>
                  <a:lnTo>
                    <a:pt x="0" y="906715"/>
                  </a:lnTo>
                  <a:cubicBezTo>
                    <a:pt x="0" y="975295"/>
                    <a:pt x="55880" y="1031175"/>
                    <a:pt x="124460" y="1031175"/>
                  </a:cubicBezTo>
                  <a:lnTo>
                    <a:pt x="6485520" y="1031175"/>
                  </a:lnTo>
                  <a:cubicBezTo>
                    <a:pt x="6554100" y="1031175"/>
                    <a:pt x="6609980" y="975295"/>
                    <a:pt x="6609980" y="906715"/>
                  </a:cubicBezTo>
                  <a:lnTo>
                    <a:pt x="6609980" y="124460"/>
                  </a:lnTo>
                  <a:cubicBezTo>
                    <a:pt x="6609980" y="55880"/>
                    <a:pt x="6554100" y="0"/>
                    <a:pt x="6485520" y="0"/>
                  </a:cubicBezTo>
                  <a:close/>
                </a:path>
              </a:pathLst>
            </a:custGeom>
            <a:solidFill>
              <a:srgbClr val="000000"/>
            </a:solidFill>
          </p:spPr>
        </p:sp>
      </p:grpSp>
      <p:grpSp>
        <p:nvGrpSpPr>
          <p:cNvPr name="Group 9" id="9"/>
          <p:cNvGrpSpPr/>
          <p:nvPr/>
        </p:nvGrpSpPr>
        <p:grpSpPr>
          <a:xfrm rot="0">
            <a:off x="2866942" y="6752970"/>
            <a:ext cx="5012346" cy="781940"/>
            <a:chOff x="0" y="0"/>
            <a:chExt cx="6609980" cy="1031175"/>
          </a:xfrm>
        </p:grpSpPr>
        <p:sp>
          <p:nvSpPr>
            <p:cNvPr name="Freeform 10" id="10"/>
            <p:cNvSpPr/>
            <p:nvPr/>
          </p:nvSpPr>
          <p:spPr>
            <a:xfrm flipH="false" flipV="false" rot="0">
              <a:off x="31750" y="31750"/>
              <a:ext cx="6546479" cy="967675"/>
            </a:xfrm>
            <a:custGeom>
              <a:avLst/>
              <a:gdLst/>
              <a:ahLst/>
              <a:cxnLst/>
              <a:rect r="r" b="b" t="t" l="l"/>
              <a:pathLst>
                <a:path h="967675" w="6546479">
                  <a:moveTo>
                    <a:pt x="6453770" y="967675"/>
                  </a:moveTo>
                  <a:lnTo>
                    <a:pt x="92710" y="967675"/>
                  </a:lnTo>
                  <a:cubicBezTo>
                    <a:pt x="41910" y="967675"/>
                    <a:pt x="0" y="925765"/>
                    <a:pt x="0" y="874965"/>
                  </a:cubicBezTo>
                  <a:lnTo>
                    <a:pt x="0" y="92710"/>
                  </a:lnTo>
                  <a:cubicBezTo>
                    <a:pt x="0" y="41910"/>
                    <a:pt x="41910" y="0"/>
                    <a:pt x="92710" y="0"/>
                  </a:cubicBezTo>
                  <a:lnTo>
                    <a:pt x="6452500" y="0"/>
                  </a:lnTo>
                  <a:cubicBezTo>
                    <a:pt x="6503300" y="0"/>
                    <a:pt x="6545210" y="41910"/>
                    <a:pt x="6545210" y="92710"/>
                  </a:cubicBezTo>
                  <a:lnTo>
                    <a:pt x="6545210" y="873695"/>
                  </a:lnTo>
                  <a:cubicBezTo>
                    <a:pt x="6546479" y="925765"/>
                    <a:pt x="6504570" y="967675"/>
                    <a:pt x="6453770" y="967675"/>
                  </a:cubicBezTo>
                  <a:close/>
                </a:path>
              </a:pathLst>
            </a:custGeom>
            <a:solidFill>
              <a:srgbClr val="B91646"/>
            </a:solidFill>
          </p:spPr>
        </p:sp>
        <p:sp>
          <p:nvSpPr>
            <p:cNvPr name="Freeform 11" id="11"/>
            <p:cNvSpPr/>
            <p:nvPr/>
          </p:nvSpPr>
          <p:spPr>
            <a:xfrm flipH="false" flipV="false" rot="0">
              <a:off x="0" y="0"/>
              <a:ext cx="6609980" cy="1031175"/>
            </a:xfrm>
            <a:custGeom>
              <a:avLst/>
              <a:gdLst/>
              <a:ahLst/>
              <a:cxnLst/>
              <a:rect r="r" b="b" t="t" l="l"/>
              <a:pathLst>
                <a:path h="1031175" w="6609980">
                  <a:moveTo>
                    <a:pt x="6485520" y="59690"/>
                  </a:moveTo>
                  <a:cubicBezTo>
                    <a:pt x="6521079" y="59690"/>
                    <a:pt x="6550290" y="88900"/>
                    <a:pt x="6550290" y="124460"/>
                  </a:cubicBezTo>
                  <a:lnTo>
                    <a:pt x="6550290" y="906715"/>
                  </a:lnTo>
                  <a:cubicBezTo>
                    <a:pt x="6550290" y="942275"/>
                    <a:pt x="6521079" y="971485"/>
                    <a:pt x="6485520" y="971485"/>
                  </a:cubicBezTo>
                  <a:lnTo>
                    <a:pt x="124460" y="971485"/>
                  </a:lnTo>
                  <a:cubicBezTo>
                    <a:pt x="88900" y="971485"/>
                    <a:pt x="59690" y="942275"/>
                    <a:pt x="59690" y="906715"/>
                  </a:cubicBezTo>
                  <a:lnTo>
                    <a:pt x="59690" y="124460"/>
                  </a:lnTo>
                  <a:cubicBezTo>
                    <a:pt x="59690" y="88900"/>
                    <a:pt x="88900" y="59690"/>
                    <a:pt x="124460" y="59690"/>
                  </a:cubicBezTo>
                  <a:lnTo>
                    <a:pt x="6485520" y="59690"/>
                  </a:lnTo>
                  <a:moveTo>
                    <a:pt x="6485520" y="0"/>
                  </a:moveTo>
                  <a:lnTo>
                    <a:pt x="124460" y="0"/>
                  </a:lnTo>
                  <a:cubicBezTo>
                    <a:pt x="55880" y="0"/>
                    <a:pt x="0" y="55880"/>
                    <a:pt x="0" y="124460"/>
                  </a:cubicBezTo>
                  <a:lnTo>
                    <a:pt x="0" y="906715"/>
                  </a:lnTo>
                  <a:cubicBezTo>
                    <a:pt x="0" y="975295"/>
                    <a:pt x="55880" y="1031175"/>
                    <a:pt x="124460" y="1031175"/>
                  </a:cubicBezTo>
                  <a:lnTo>
                    <a:pt x="6485520" y="1031175"/>
                  </a:lnTo>
                  <a:cubicBezTo>
                    <a:pt x="6554100" y="1031175"/>
                    <a:pt x="6609980" y="975295"/>
                    <a:pt x="6609980" y="906715"/>
                  </a:cubicBezTo>
                  <a:lnTo>
                    <a:pt x="6609980" y="124460"/>
                  </a:lnTo>
                  <a:cubicBezTo>
                    <a:pt x="6609980" y="55880"/>
                    <a:pt x="6554100" y="0"/>
                    <a:pt x="6485520" y="0"/>
                  </a:cubicBezTo>
                  <a:close/>
                </a:path>
              </a:pathLst>
            </a:custGeom>
            <a:solidFill>
              <a:srgbClr val="000000"/>
            </a:solidFill>
          </p:spPr>
        </p:sp>
      </p:grpSp>
      <p:grpSp>
        <p:nvGrpSpPr>
          <p:cNvPr name="Group 12" id="12"/>
          <p:cNvGrpSpPr/>
          <p:nvPr/>
        </p:nvGrpSpPr>
        <p:grpSpPr>
          <a:xfrm rot="0">
            <a:off x="4754165" y="8095098"/>
            <a:ext cx="9313070" cy="781940"/>
            <a:chOff x="0" y="0"/>
            <a:chExt cx="12281515" cy="1031175"/>
          </a:xfrm>
        </p:grpSpPr>
        <p:sp>
          <p:nvSpPr>
            <p:cNvPr name="Freeform 13" id="13"/>
            <p:cNvSpPr/>
            <p:nvPr/>
          </p:nvSpPr>
          <p:spPr>
            <a:xfrm flipH="false" flipV="false" rot="0">
              <a:off x="31750" y="31750"/>
              <a:ext cx="12218015" cy="967675"/>
            </a:xfrm>
            <a:custGeom>
              <a:avLst/>
              <a:gdLst/>
              <a:ahLst/>
              <a:cxnLst/>
              <a:rect r="r" b="b" t="t" l="l"/>
              <a:pathLst>
                <a:path h="967675" w="12218015">
                  <a:moveTo>
                    <a:pt x="12125306" y="967675"/>
                  </a:moveTo>
                  <a:lnTo>
                    <a:pt x="92710" y="967675"/>
                  </a:lnTo>
                  <a:cubicBezTo>
                    <a:pt x="41910" y="967675"/>
                    <a:pt x="0" y="925765"/>
                    <a:pt x="0" y="874965"/>
                  </a:cubicBezTo>
                  <a:lnTo>
                    <a:pt x="0" y="92710"/>
                  </a:lnTo>
                  <a:cubicBezTo>
                    <a:pt x="0" y="41910"/>
                    <a:pt x="41910" y="0"/>
                    <a:pt x="92710" y="0"/>
                  </a:cubicBezTo>
                  <a:lnTo>
                    <a:pt x="12124035" y="0"/>
                  </a:lnTo>
                  <a:cubicBezTo>
                    <a:pt x="12174835" y="0"/>
                    <a:pt x="12216746" y="41910"/>
                    <a:pt x="12216746" y="92710"/>
                  </a:cubicBezTo>
                  <a:lnTo>
                    <a:pt x="12216746" y="873695"/>
                  </a:lnTo>
                  <a:cubicBezTo>
                    <a:pt x="12218015" y="925765"/>
                    <a:pt x="12176106" y="967675"/>
                    <a:pt x="12125306" y="967675"/>
                  </a:cubicBezTo>
                  <a:close/>
                </a:path>
              </a:pathLst>
            </a:custGeom>
            <a:solidFill>
              <a:srgbClr val="F9C041"/>
            </a:solidFill>
          </p:spPr>
        </p:sp>
        <p:sp>
          <p:nvSpPr>
            <p:cNvPr name="Freeform 14" id="14"/>
            <p:cNvSpPr/>
            <p:nvPr/>
          </p:nvSpPr>
          <p:spPr>
            <a:xfrm flipH="false" flipV="false" rot="0">
              <a:off x="0" y="0"/>
              <a:ext cx="12281515" cy="1031175"/>
            </a:xfrm>
            <a:custGeom>
              <a:avLst/>
              <a:gdLst/>
              <a:ahLst/>
              <a:cxnLst/>
              <a:rect r="r" b="b" t="t" l="l"/>
              <a:pathLst>
                <a:path h="1031175" w="12281515">
                  <a:moveTo>
                    <a:pt x="12157056" y="59690"/>
                  </a:moveTo>
                  <a:cubicBezTo>
                    <a:pt x="12192615" y="59690"/>
                    <a:pt x="12221825" y="88900"/>
                    <a:pt x="12221825" y="124460"/>
                  </a:cubicBezTo>
                  <a:lnTo>
                    <a:pt x="12221825" y="906715"/>
                  </a:lnTo>
                  <a:cubicBezTo>
                    <a:pt x="12221825" y="942275"/>
                    <a:pt x="12192615" y="971485"/>
                    <a:pt x="12157056" y="971485"/>
                  </a:cubicBezTo>
                  <a:lnTo>
                    <a:pt x="124460" y="971485"/>
                  </a:lnTo>
                  <a:cubicBezTo>
                    <a:pt x="88900" y="971485"/>
                    <a:pt x="59690" y="942275"/>
                    <a:pt x="59690" y="906715"/>
                  </a:cubicBezTo>
                  <a:lnTo>
                    <a:pt x="59690" y="124460"/>
                  </a:lnTo>
                  <a:cubicBezTo>
                    <a:pt x="59690" y="88900"/>
                    <a:pt x="88900" y="59690"/>
                    <a:pt x="124460" y="59690"/>
                  </a:cubicBezTo>
                  <a:lnTo>
                    <a:pt x="12157056" y="59690"/>
                  </a:lnTo>
                  <a:moveTo>
                    <a:pt x="12157056" y="0"/>
                  </a:moveTo>
                  <a:lnTo>
                    <a:pt x="124460" y="0"/>
                  </a:lnTo>
                  <a:cubicBezTo>
                    <a:pt x="55880" y="0"/>
                    <a:pt x="0" y="55880"/>
                    <a:pt x="0" y="124460"/>
                  </a:cubicBezTo>
                  <a:lnTo>
                    <a:pt x="0" y="906715"/>
                  </a:lnTo>
                  <a:cubicBezTo>
                    <a:pt x="0" y="975295"/>
                    <a:pt x="55880" y="1031175"/>
                    <a:pt x="124460" y="1031175"/>
                  </a:cubicBezTo>
                  <a:lnTo>
                    <a:pt x="12157056" y="1031175"/>
                  </a:lnTo>
                  <a:cubicBezTo>
                    <a:pt x="12225635" y="1031175"/>
                    <a:pt x="12281515" y="975295"/>
                    <a:pt x="12281515" y="906715"/>
                  </a:cubicBezTo>
                  <a:lnTo>
                    <a:pt x="12281515" y="124460"/>
                  </a:lnTo>
                  <a:cubicBezTo>
                    <a:pt x="12281515" y="55880"/>
                    <a:pt x="12225635" y="0"/>
                    <a:pt x="12157056" y="0"/>
                  </a:cubicBezTo>
                  <a:close/>
                </a:path>
              </a:pathLst>
            </a:custGeom>
            <a:solidFill>
              <a:srgbClr val="000000"/>
            </a:solidFill>
          </p:spPr>
        </p:sp>
      </p:grpSp>
      <p:sp>
        <p:nvSpPr>
          <p:cNvPr name="TextBox 15" id="15"/>
          <p:cNvSpPr txBox="true"/>
          <p:nvPr/>
        </p:nvSpPr>
        <p:spPr>
          <a:xfrm rot="0">
            <a:off x="1653820" y="6853178"/>
            <a:ext cx="7010005" cy="1099820"/>
          </a:xfrm>
          <a:prstGeom prst="rect">
            <a:avLst/>
          </a:prstGeom>
        </p:spPr>
        <p:txBody>
          <a:bodyPr anchor="t" rtlCol="false" tIns="0" lIns="0" bIns="0" rIns="0">
            <a:spAutoFit/>
          </a:bodyPr>
          <a:lstStyle/>
          <a:p>
            <a:pPr algn="ctr" marL="690881" indent="-345440" lvl="1">
              <a:lnSpc>
                <a:spcPts val="4480"/>
              </a:lnSpc>
              <a:buFont typeface="Arial"/>
              <a:buChar char="•"/>
            </a:pPr>
            <a:r>
              <a:rPr lang="en-US" b="true" sz="3200" spc="320">
                <a:solidFill>
                  <a:srgbClr val="FBF3E4"/>
                </a:solidFill>
                <a:latin typeface="Bebas Neue Bold"/>
                <a:ea typeface="Bebas Neue Bold"/>
                <a:cs typeface="Bebas Neue Bold"/>
                <a:sym typeface="Bebas Neue Bold"/>
              </a:rPr>
              <a:t>Utilise Spare Time Better</a:t>
            </a:r>
          </a:p>
          <a:p>
            <a:pPr algn="ctr">
              <a:lnSpc>
                <a:spcPts val="4480"/>
              </a:lnSpc>
            </a:pPr>
          </a:p>
        </p:txBody>
      </p:sp>
      <p:sp>
        <p:nvSpPr>
          <p:cNvPr name="TextBox 16" id="16"/>
          <p:cNvSpPr txBox="true"/>
          <p:nvPr/>
        </p:nvSpPr>
        <p:spPr>
          <a:xfrm rot="0">
            <a:off x="9906938" y="6881753"/>
            <a:ext cx="6165776" cy="537845"/>
          </a:xfrm>
          <a:prstGeom prst="rect">
            <a:avLst/>
          </a:prstGeom>
        </p:spPr>
        <p:txBody>
          <a:bodyPr anchor="t" rtlCol="false" tIns="0" lIns="0" bIns="0" rIns="0">
            <a:spAutoFit/>
          </a:bodyPr>
          <a:lstStyle/>
          <a:p>
            <a:pPr algn="ctr">
              <a:lnSpc>
                <a:spcPts val="4480"/>
              </a:lnSpc>
            </a:pPr>
            <a:r>
              <a:rPr lang="en-US" b="true" sz="3200" spc="320">
                <a:solidFill>
                  <a:srgbClr val="FBF3E4"/>
                </a:solidFill>
                <a:latin typeface="Bebas Neue Bold"/>
                <a:ea typeface="Bebas Neue Bold"/>
                <a:cs typeface="Bebas Neue Bold"/>
                <a:sym typeface="Bebas Neue Bold"/>
              </a:rPr>
              <a:t>Career Opportunity Column</a:t>
            </a:r>
          </a:p>
        </p:txBody>
      </p:sp>
      <p:sp>
        <p:nvSpPr>
          <p:cNvPr name="TextBox 17" id="17"/>
          <p:cNvSpPr txBox="true"/>
          <p:nvPr/>
        </p:nvSpPr>
        <p:spPr>
          <a:xfrm rot="0">
            <a:off x="5158823" y="8199873"/>
            <a:ext cx="8503754" cy="537845"/>
          </a:xfrm>
          <a:prstGeom prst="rect">
            <a:avLst/>
          </a:prstGeom>
        </p:spPr>
        <p:txBody>
          <a:bodyPr anchor="t" rtlCol="false" tIns="0" lIns="0" bIns="0" rIns="0">
            <a:spAutoFit/>
          </a:bodyPr>
          <a:lstStyle/>
          <a:p>
            <a:pPr algn="ctr">
              <a:lnSpc>
                <a:spcPts val="4480"/>
              </a:lnSpc>
            </a:pPr>
            <a:r>
              <a:rPr lang="en-US" b="true" sz="3200" spc="320">
                <a:solidFill>
                  <a:srgbClr val="000000"/>
                </a:solidFill>
                <a:latin typeface="Bebas Neue Bold"/>
                <a:ea typeface="Bebas Neue Bold"/>
                <a:cs typeface="Bebas Neue Bold"/>
                <a:sym typeface="Bebas Neue Bold"/>
              </a:rPr>
              <a:t>Adds Value, Skill, and Experience to the cv</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3E4"/>
        </a:solidFill>
      </p:bgPr>
    </p:bg>
    <p:spTree>
      <p:nvGrpSpPr>
        <p:cNvPr id="1" name=""/>
        <p:cNvGrpSpPr/>
        <p:nvPr/>
      </p:nvGrpSpPr>
      <p:grpSpPr>
        <a:xfrm>
          <a:off x="0" y="0"/>
          <a:ext cx="0" cy="0"/>
          <a:chOff x="0" y="0"/>
          <a:chExt cx="0" cy="0"/>
        </a:xfrm>
      </p:grpSpPr>
      <p:sp>
        <p:nvSpPr>
          <p:cNvPr name="AutoShape 2" id="2"/>
          <p:cNvSpPr/>
          <p:nvPr/>
        </p:nvSpPr>
        <p:spPr>
          <a:xfrm>
            <a:off x="1028700" y="2699312"/>
            <a:ext cx="16230600" cy="9525"/>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3987119" y="6598609"/>
            <a:ext cx="2188501" cy="2188501"/>
          </a:xfrm>
          <a:custGeom>
            <a:avLst/>
            <a:gdLst/>
            <a:ahLst/>
            <a:cxnLst/>
            <a:rect r="r" b="b" t="t" l="l"/>
            <a:pathLst>
              <a:path h="2188501" w="2188501">
                <a:moveTo>
                  <a:pt x="0" y="0"/>
                </a:moveTo>
                <a:lnTo>
                  <a:pt x="2188501" y="0"/>
                </a:lnTo>
                <a:lnTo>
                  <a:pt x="2188501" y="2188500"/>
                </a:lnTo>
                <a:lnTo>
                  <a:pt x="0" y="2188500"/>
                </a:lnTo>
                <a:lnTo>
                  <a:pt x="0" y="0"/>
                </a:lnTo>
                <a:close/>
              </a:path>
            </a:pathLst>
          </a:custGeom>
          <a:blipFill>
            <a:blip r:embed="rId2"/>
            <a:stretch>
              <a:fillRect l="0" t="0" r="0" b="0"/>
            </a:stretch>
          </a:blipFill>
        </p:spPr>
      </p:sp>
      <p:sp>
        <p:nvSpPr>
          <p:cNvPr name="Freeform 4" id="4"/>
          <p:cNvSpPr/>
          <p:nvPr/>
        </p:nvSpPr>
        <p:spPr>
          <a:xfrm flipH="false" flipV="false" rot="0">
            <a:off x="2554839" y="3849890"/>
            <a:ext cx="2450183" cy="2450183"/>
          </a:xfrm>
          <a:custGeom>
            <a:avLst/>
            <a:gdLst/>
            <a:ahLst/>
            <a:cxnLst/>
            <a:rect r="r" b="b" t="t" l="l"/>
            <a:pathLst>
              <a:path h="2450183" w="2450183">
                <a:moveTo>
                  <a:pt x="0" y="0"/>
                </a:moveTo>
                <a:lnTo>
                  <a:pt x="2450183" y="0"/>
                </a:lnTo>
                <a:lnTo>
                  <a:pt x="2450183" y="2450183"/>
                </a:lnTo>
                <a:lnTo>
                  <a:pt x="0" y="2450183"/>
                </a:lnTo>
                <a:lnTo>
                  <a:pt x="0" y="0"/>
                </a:lnTo>
                <a:close/>
              </a:path>
            </a:pathLst>
          </a:custGeom>
          <a:blipFill>
            <a:blip r:embed="rId3"/>
            <a:stretch>
              <a:fillRect l="0" t="0" r="0" b="0"/>
            </a:stretch>
          </a:blipFill>
        </p:spPr>
      </p:sp>
      <p:sp>
        <p:nvSpPr>
          <p:cNvPr name="Freeform 5" id="5"/>
          <p:cNvSpPr/>
          <p:nvPr/>
        </p:nvSpPr>
        <p:spPr>
          <a:xfrm flipH="false" flipV="false" rot="0">
            <a:off x="4474711" y="4035802"/>
            <a:ext cx="3401818" cy="2120147"/>
          </a:xfrm>
          <a:custGeom>
            <a:avLst/>
            <a:gdLst/>
            <a:ahLst/>
            <a:cxnLst/>
            <a:rect r="r" b="b" t="t" l="l"/>
            <a:pathLst>
              <a:path h="2120147" w="3401818">
                <a:moveTo>
                  <a:pt x="0" y="0"/>
                </a:moveTo>
                <a:lnTo>
                  <a:pt x="3401818" y="0"/>
                </a:lnTo>
                <a:lnTo>
                  <a:pt x="3401818" y="2120146"/>
                </a:lnTo>
                <a:lnTo>
                  <a:pt x="0" y="2120146"/>
                </a:lnTo>
                <a:lnTo>
                  <a:pt x="0" y="0"/>
                </a:lnTo>
                <a:close/>
              </a:path>
            </a:pathLst>
          </a:custGeom>
          <a:blipFill>
            <a:blip r:embed="rId4"/>
            <a:stretch>
              <a:fillRect l="0" t="0" r="0" b="0"/>
            </a:stretch>
          </a:blipFill>
        </p:spPr>
      </p:sp>
      <p:sp>
        <p:nvSpPr>
          <p:cNvPr name="Freeform 6" id="6"/>
          <p:cNvSpPr/>
          <p:nvPr/>
        </p:nvSpPr>
        <p:spPr>
          <a:xfrm flipH="false" flipV="false" rot="0">
            <a:off x="6657260" y="6598609"/>
            <a:ext cx="1885738" cy="1885738"/>
          </a:xfrm>
          <a:custGeom>
            <a:avLst/>
            <a:gdLst/>
            <a:ahLst/>
            <a:cxnLst/>
            <a:rect r="r" b="b" t="t" l="l"/>
            <a:pathLst>
              <a:path h="1885738" w="1885738">
                <a:moveTo>
                  <a:pt x="0" y="0"/>
                </a:moveTo>
                <a:lnTo>
                  <a:pt x="1885737" y="0"/>
                </a:lnTo>
                <a:lnTo>
                  <a:pt x="1885737" y="1885737"/>
                </a:lnTo>
                <a:lnTo>
                  <a:pt x="0" y="1885737"/>
                </a:lnTo>
                <a:lnTo>
                  <a:pt x="0" y="0"/>
                </a:lnTo>
                <a:close/>
              </a:path>
            </a:pathLst>
          </a:custGeom>
          <a:blipFill>
            <a:blip r:embed="rId5"/>
            <a:stretch>
              <a:fillRect l="0" t="0" r="0" b="0"/>
            </a:stretch>
          </a:blipFill>
        </p:spPr>
      </p:sp>
      <p:sp>
        <p:nvSpPr>
          <p:cNvPr name="Freeform 7" id="7"/>
          <p:cNvSpPr/>
          <p:nvPr/>
        </p:nvSpPr>
        <p:spPr>
          <a:xfrm flipH="false" flipV="false" rot="0">
            <a:off x="0" y="4038209"/>
            <a:ext cx="1933620" cy="3925083"/>
          </a:xfrm>
          <a:custGeom>
            <a:avLst/>
            <a:gdLst/>
            <a:ahLst/>
            <a:cxnLst/>
            <a:rect r="r" b="b" t="t" l="l"/>
            <a:pathLst>
              <a:path h="3925083" w="1933620">
                <a:moveTo>
                  <a:pt x="0" y="0"/>
                </a:moveTo>
                <a:lnTo>
                  <a:pt x="1933620" y="0"/>
                </a:lnTo>
                <a:lnTo>
                  <a:pt x="1933620" y="3925082"/>
                </a:lnTo>
                <a:lnTo>
                  <a:pt x="0" y="3925082"/>
                </a:lnTo>
                <a:lnTo>
                  <a:pt x="0" y="0"/>
                </a:lnTo>
                <a:close/>
              </a:path>
            </a:pathLst>
          </a:custGeom>
          <a:blipFill>
            <a:blip r:embed="rId6"/>
            <a:stretch>
              <a:fillRect l="0" t="0" r="0" b="0"/>
            </a:stretch>
          </a:blipFill>
        </p:spPr>
      </p:sp>
      <p:sp>
        <p:nvSpPr>
          <p:cNvPr name="Freeform 8" id="8"/>
          <p:cNvSpPr/>
          <p:nvPr/>
        </p:nvSpPr>
        <p:spPr>
          <a:xfrm flipH="true" flipV="false" rot="0">
            <a:off x="16377600" y="3960165"/>
            <a:ext cx="1933620" cy="3925083"/>
          </a:xfrm>
          <a:custGeom>
            <a:avLst/>
            <a:gdLst/>
            <a:ahLst/>
            <a:cxnLst/>
            <a:rect r="r" b="b" t="t" l="l"/>
            <a:pathLst>
              <a:path h="3925083" w="1933620">
                <a:moveTo>
                  <a:pt x="1933620" y="0"/>
                </a:moveTo>
                <a:lnTo>
                  <a:pt x="0" y="0"/>
                </a:lnTo>
                <a:lnTo>
                  <a:pt x="0" y="3925083"/>
                </a:lnTo>
                <a:lnTo>
                  <a:pt x="1933620" y="3925083"/>
                </a:lnTo>
                <a:lnTo>
                  <a:pt x="1933620" y="0"/>
                </a:lnTo>
                <a:close/>
              </a:path>
            </a:pathLst>
          </a:custGeom>
          <a:blipFill>
            <a:blip r:embed="rId6"/>
            <a:stretch>
              <a:fillRect l="0" t="0" r="0" b="0"/>
            </a:stretch>
          </a:blipFill>
        </p:spPr>
      </p:sp>
      <p:sp>
        <p:nvSpPr>
          <p:cNvPr name="Freeform 9" id="9"/>
          <p:cNvSpPr/>
          <p:nvPr/>
        </p:nvSpPr>
        <p:spPr>
          <a:xfrm flipH="false" flipV="false" rot="0">
            <a:off x="7647753" y="4084090"/>
            <a:ext cx="1468246" cy="2071858"/>
          </a:xfrm>
          <a:custGeom>
            <a:avLst/>
            <a:gdLst/>
            <a:ahLst/>
            <a:cxnLst/>
            <a:rect r="r" b="b" t="t" l="l"/>
            <a:pathLst>
              <a:path h="2071858" w="1468246">
                <a:moveTo>
                  <a:pt x="0" y="0"/>
                </a:moveTo>
                <a:lnTo>
                  <a:pt x="1468247" y="0"/>
                </a:lnTo>
                <a:lnTo>
                  <a:pt x="1468247" y="2071858"/>
                </a:lnTo>
                <a:lnTo>
                  <a:pt x="0" y="2071858"/>
                </a:lnTo>
                <a:lnTo>
                  <a:pt x="0" y="0"/>
                </a:lnTo>
                <a:close/>
              </a:path>
            </a:pathLst>
          </a:custGeom>
          <a:blipFill>
            <a:blip r:embed="rId7"/>
            <a:stretch>
              <a:fillRect l="0" t="0" r="0" b="0"/>
            </a:stretch>
          </a:blipFill>
        </p:spPr>
      </p:sp>
      <p:sp>
        <p:nvSpPr>
          <p:cNvPr name="Freeform 10" id="10"/>
          <p:cNvSpPr/>
          <p:nvPr/>
        </p:nvSpPr>
        <p:spPr>
          <a:xfrm flipH="false" flipV="false" rot="0">
            <a:off x="12296272" y="3162381"/>
            <a:ext cx="2430298" cy="2668786"/>
          </a:xfrm>
          <a:custGeom>
            <a:avLst/>
            <a:gdLst/>
            <a:ahLst/>
            <a:cxnLst/>
            <a:rect r="r" b="b" t="t" l="l"/>
            <a:pathLst>
              <a:path h="2668786" w="2430298">
                <a:moveTo>
                  <a:pt x="0" y="0"/>
                </a:moveTo>
                <a:lnTo>
                  <a:pt x="2430299" y="0"/>
                </a:lnTo>
                <a:lnTo>
                  <a:pt x="2430299" y="2668786"/>
                </a:lnTo>
                <a:lnTo>
                  <a:pt x="0" y="2668786"/>
                </a:lnTo>
                <a:lnTo>
                  <a:pt x="0" y="0"/>
                </a:lnTo>
                <a:close/>
              </a:path>
            </a:pathLst>
          </a:custGeom>
          <a:blipFill>
            <a:blip r:embed="rId8"/>
            <a:stretch>
              <a:fillRect l="0" t="0" r="0" b="0"/>
            </a:stretch>
          </a:blipFill>
        </p:spPr>
      </p:sp>
      <p:sp>
        <p:nvSpPr>
          <p:cNvPr name="Freeform 11" id="11"/>
          <p:cNvSpPr/>
          <p:nvPr/>
        </p:nvSpPr>
        <p:spPr>
          <a:xfrm flipH="false" flipV="false" rot="0">
            <a:off x="11754425" y="5981622"/>
            <a:ext cx="3826302" cy="3826302"/>
          </a:xfrm>
          <a:custGeom>
            <a:avLst/>
            <a:gdLst/>
            <a:ahLst/>
            <a:cxnLst/>
            <a:rect r="r" b="b" t="t" l="l"/>
            <a:pathLst>
              <a:path h="3826302" w="3826302">
                <a:moveTo>
                  <a:pt x="0" y="0"/>
                </a:moveTo>
                <a:lnTo>
                  <a:pt x="3826302" y="0"/>
                </a:lnTo>
                <a:lnTo>
                  <a:pt x="3826302" y="3826302"/>
                </a:lnTo>
                <a:lnTo>
                  <a:pt x="0" y="3826302"/>
                </a:lnTo>
                <a:lnTo>
                  <a:pt x="0" y="0"/>
                </a:lnTo>
                <a:close/>
              </a:path>
            </a:pathLst>
          </a:custGeom>
          <a:blipFill>
            <a:blip r:embed="rId9"/>
            <a:stretch>
              <a:fillRect l="0" t="0" r="0" b="0"/>
            </a:stretch>
          </a:blipFill>
        </p:spPr>
      </p:sp>
      <p:sp>
        <p:nvSpPr>
          <p:cNvPr name="TextBox 12" id="12"/>
          <p:cNvSpPr txBox="true"/>
          <p:nvPr/>
        </p:nvSpPr>
        <p:spPr>
          <a:xfrm rot="0">
            <a:off x="4836249" y="973901"/>
            <a:ext cx="8615502" cy="1475739"/>
          </a:xfrm>
          <a:prstGeom prst="rect">
            <a:avLst/>
          </a:prstGeom>
        </p:spPr>
        <p:txBody>
          <a:bodyPr anchor="t" rtlCol="false" tIns="0" lIns="0" bIns="0" rIns="0">
            <a:spAutoFit/>
          </a:bodyPr>
          <a:lstStyle/>
          <a:p>
            <a:pPr algn="ctr">
              <a:lnSpc>
                <a:spcPts val="5599"/>
              </a:lnSpc>
            </a:pPr>
            <a:r>
              <a:rPr lang="en-US" b="true" sz="5599">
                <a:solidFill>
                  <a:srgbClr val="000000"/>
                </a:solidFill>
                <a:latin typeface="Bebas Neue Bold"/>
                <a:ea typeface="Bebas Neue Bold"/>
                <a:cs typeface="Bebas Neue Bold"/>
                <a:sym typeface="Bebas Neue Bold"/>
              </a:rPr>
              <a:t>TECHNOLOGIES LEARNED DURING SUMMER TRAINING</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BF3E4"/>
        </a:solidFill>
      </p:bgPr>
    </p:bg>
    <p:spTree>
      <p:nvGrpSpPr>
        <p:cNvPr id="1" name=""/>
        <p:cNvGrpSpPr/>
        <p:nvPr/>
      </p:nvGrpSpPr>
      <p:grpSpPr>
        <a:xfrm>
          <a:off x="0" y="0"/>
          <a:ext cx="0" cy="0"/>
          <a:chOff x="0" y="0"/>
          <a:chExt cx="0" cy="0"/>
        </a:xfrm>
      </p:grpSpPr>
      <p:sp>
        <p:nvSpPr>
          <p:cNvPr name="AutoShape 2" id="2"/>
          <p:cNvSpPr/>
          <p:nvPr/>
        </p:nvSpPr>
        <p:spPr>
          <a:xfrm>
            <a:off x="1028706" y="8444257"/>
            <a:ext cx="16230600" cy="9525"/>
          </a:xfrm>
          <a:prstGeom prst="line">
            <a:avLst/>
          </a:prstGeom>
          <a:ln cap="flat" w="19050">
            <a:solidFill>
              <a:srgbClr val="000000"/>
            </a:solidFill>
            <a:prstDash val="solid"/>
            <a:headEnd type="none" len="sm" w="sm"/>
            <a:tailEnd type="none" len="sm" w="sm"/>
          </a:ln>
        </p:spPr>
      </p:sp>
      <p:sp>
        <p:nvSpPr>
          <p:cNvPr name="AutoShape 3" id="3"/>
          <p:cNvSpPr/>
          <p:nvPr/>
        </p:nvSpPr>
        <p:spPr>
          <a:xfrm>
            <a:off x="1028694" y="2390997"/>
            <a:ext cx="16230600" cy="9525"/>
          </a:xfrm>
          <a:prstGeom prst="line">
            <a:avLst/>
          </a:prstGeom>
          <a:ln cap="flat" w="19050">
            <a:solidFill>
              <a:srgbClr val="000000"/>
            </a:solidFill>
            <a:prstDash val="solid"/>
            <a:headEnd type="none" len="sm" w="sm"/>
            <a:tailEnd type="none" len="sm" w="sm"/>
          </a:ln>
        </p:spPr>
      </p:sp>
      <p:sp>
        <p:nvSpPr>
          <p:cNvPr name="TextBox 4" id="4"/>
          <p:cNvSpPr txBox="true"/>
          <p:nvPr/>
        </p:nvSpPr>
        <p:spPr>
          <a:xfrm rot="0">
            <a:off x="3931268" y="1387475"/>
            <a:ext cx="10425464" cy="939800"/>
          </a:xfrm>
          <a:prstGeom prst="rect">
            <a:avLst/>
          </a:prstGeom>
        </p:spPr>
        <p:txBody>
          <a:bodyPr anchor="t" rtlCol="false" tIns="0" lIns="0" bIns="0" rIns="0">
            <a:spAutoFit/>
          </a:bodyPr>
          <a:lstStyle/>
          <a:p>
            <a:pPr algn="ctr">
              <a:lnSpc>
                <a:spcPts val="6999"/>
              </a:lnSpc>
            </a:pPr>
            <a:r>
              <a:rPr lang="en-US" b="true" sz="6999">
                <a:solidFill>
                  <a:srgbClr val="000000"/>
                </a:solidFill>
                <a:latin typeface="Bebas Neue Bold"/>
                <a:ea typeface="Bebas Neue Bold"/>
                <a:cs typeface="Bebas Neue Bold"/>
                <a:sym typeface="Bebas Neue Bold"/>
              </a:rPr>
              <a:t>MODULES IN PROJECT</a:t>
            </a:r>
          </a:p>
        </p:txBody>
      </p:sp>
      <p:grpSp>
        <p:nvGrpSpPr>
          <p:cNvPr name="Group 5" id="5"/>
          <p:cNvGrpSpPr/>
          <p:nvPr/>
        </p:nvGrpSpPr>
        <p:grpSpPr>
          <a:xfrm rot="0">
            <a:off x="352209" y="3349516"/>
            <a:ext cx="4188562" cy="781940"/>
            <a:chOff x="0" y="0"/>
            <a:chExt cx="5523623" cy="1031175"/>
          </a:xfrm>
        </p:grpSpPr>
        <p:sp>
          <p:nvSpPr>
            <p:cNvPr name="Freeform 6" id="6"/>
            <p:cNvSpPr/>
            <p:nvPr/>
          </p:nvSpPr>
          <p:spPr>
            <a:xfrm flipH="false" flipV="false" rot="0">
              <a:off x="31750" y="31750"/>
              <a:ext cx="5460123" cy="967675"/>
            </a:xfrm>
            <a:custGeom>
              <a:avLst/>
              <a:gdLst/>
              <a:ahLst/>
              <a:cxnLst/>
              <a:rect r="r" b="b" t="t" l="l"/>
              <a:pathLst>
                <a:path h="967675" w="5460123">
                  <a:moveTo>
                    <a:pt x="5367413" y="967675"/>
                  </a:moveTo>
                  <a:lnTo>
                    <a:pt x="92710" y="967675"/>
                  </a:lnTo>
                  <a:cubicBezTo>
                    <a:pt x="41910" y="967675"/>
                    <a:pt x="0" y="925765"/>
                    <a:pt x="0" y="874965"/>
                  </a:cubicBezTo>
                  <a:lnTo>
                    <a:pt x="0" y="92710"/>
                  </a:lnTo>
                  <a:cubicBezTo>
                    <a:pt x="0" y="41910"/>
                    <a:pt x="41910" y="0"/>
                    <a:pt x="92710" y="0"/>
                  </a:cubicBezTo>
                  <a:lnTo>
                    <a:pt x="5366143" y="0"/>
                  </a:lnTo>
                  <a:cubicBezTo>
                    <a:pt x="5416943" y="0"/>
                    <a:pt x="5458854" y="41910"/>
                    <a:pt x="5458854" y="92710"/>
                  </a:cubicBezTo>
                  <a:lnTo>
                    <a:pt x="5458854" y="873695"/>
                  </a:lnTo>
                  <a:cubicBezTo>
                    <a:pt x="5460123" y="925765"/>
                    <a:pt x="5418213" y="967675"/>
                    <a:pt x="5367413" y="967675"/>
                  </a:cubicBezTo>
                  <a:close/>
                </a:path>
              </a:pathLst>
            </a:custGeom>
            <a:solidFill>
              <a:srgbClr val="FFFFFF"/>
            </a:solidFill>
          </p:spPr>
        </p:sp>
        <p:sp>
          <p:nvSpPr>
            <p:cNvPr name="Freeform 7" id="7"/>
            <p:cNvSpPr/>
            <p:nvPr/>
          </p:nvSpPr>
          <p:spPr>
            <a:xfrm flipH="false" flipV="false" rot="0">
              <a:off x="0" y="0"/>
              <a:ext cx="5523624" cy="1031175"/>
            </a:xfrm>
            <a:custGeom>
              <a:avLst/>
              <a:gdLst/>
              <a:ahLst/>
              <a:cxnLst/>
              <a:rect r="r" b="b" t="t" l="l"/>
              <a:pathLst>
                <a:path h="1031175" w="5523624">
                  <a:moveTo>
                    <a:pt x="5399163" y="59690"/>
                  </a:moveTo>
                  <a:cubicBezTo>
                    <a:pt x="5434723" y="59690"/>
                    <a:pt x="5463934" y="88900"/>
                    <a:pt x="5463934" y="124460"/>
                  </a:cubicBezTo>
                  <a:lnTo>
                    <a:pt x="5463934" y="906715"/>
                  </a:lnTo>
                  <a:cubicBezTo>
                    <a:pt x="5463934" y="942275"/>
                    <a:pt x="5434723" y="971485"/>
                    <a:pt x="5399163" y="971485"/>
                  </a:cubicBezTo>
                  <a:lnTo>
                    <a:pt x="124460" y="971485"/>
                  </a:lnTo>
                  <a:cubicBezTo>
                    <a:pt x="88900" y="971485"/>
                    <a:pt x="59690" y="942275"/>
                    <a:pt x="59690" y="906715"/>
                  </a:cubicBezTo>
                  <a:lnTo>
                    <a:pt x="59690" y="124460"/>
                  </a:lnTo>
                  <a:cubicBezTo>
                    <a:pt x="59690" y="88900"/>
                    <a:pt x="88900" y="59690"/>
                    <a:pt x="124460" y="59690"/>
                  </a:cubicBezTo>
                  <a:lnTo>
                    <a:pt x="5399163" y="59690"/>
                  </a:lnTo>
                  <a:moveTo>
                    <a:pt x="5399163" y="0"/>
                  </a:moveTo>
                  <a:lnTo>
                    <a:pt x="124460" y="0"/>
                  </a:lnTo>
                  <a:cubicBezTo>
                    <a:pt x="55880" y="0"/>
                    <a:pt x="0" y="55880"/>
                    <a:pt x="0" y="124460"/>
                  </a:cubicBezTo>
                  <a:lnTo>
                    <a:pt x="0" y="906715"/>
                  </a:lnTo>
                  <a:cubicBezTo>
                    <a:pt x="0" y="975295"/>
                    <a:pt x="55880" y="1031175"/>
                    <a:pt x="124460" y="1031175"/>
                  </a:cubicBezTo>
                  <a:lnTo>
                    <a:pt x="5399163" y="1031175"/>
                  </a:lnTo>
                  <a:cubicBezTo>
                    <a:pt x="5467743" y="1031175"/>
                    <a:pt x="5523624" y="975295"/>
                    <a:pt x="5523624" y="906715"/>
                  </a:cubicBezTo>
                  <a:lnTo>
                    <a:pt x="5523624" y="124460"/>
                  </a:lnTo>
                  <a:cubicBezTo>
                    <a:pt x="5523624" y="55880"/>
                    <a:pt x="5467743" y="0"/>
                    <a:pt x="5399163" y="0"/>
                  </a:cubicBezTo>
                  <a:close/>
                </a:path>
              </a:pathLst>
            </a:custGeom>
            <a:solidFill>
              <a:srgbClr val="000000"/>
            </a:solidFill>
          </p:spPr>
        </p:sp>
      </p:grpSp>
      <p:sp>
        <p:nvSpPr>
          <p:cNvPr name="TextBox 8" id="8"/>
          <p:cNvSpPr txBox="true"/>
          <p:nvPr/>
        </p:nvSpPr>
        <p:spPr>
          <a:xfrm rot="0">
            <a:off x="204242" y="3515061"/>
            <a:ext cx="4465445" cy="422275"/>
          </a:xfrm>
          <a:prstGeom prst="rect">
            <a:avLst/>
          </a:prstGeom>
        </p:spPr>
        <p:txBody>
          <a:bodyPr anchor="t" rtlCol="false" tIns="0" lIns="0" bIns="0" rIns="0">
            <a:spAutoFit/>
          </a:bodyPr>
          <a:lstStyle/>
          <a:p>
            <a:pPr algn="ctr">
              <a:lnSpc>
                <a:spcPts val="3499"/>
              </a:lnSpc>
            </a:pPr>
            <a:r>
              <a:rPr lang="en-US" b="true" sz="2499" spc="137">
                <a:solidFill>
                  <a:srgbClr val="000000"/>
                </a:solidFill>
                <a:latin typeface="Bebas Neue Bold"/>
                <a:ea typeface="Bebas Neue Bold"/>
                <a:cs typeface="Bebas Neue Bold"/>
                <a:sym typeface="Bebas Neue Bold"/>
              </a:rPr>
              <a:t>Student Information System</a:t>
            </a:r>
          </a:p>
        </p:txBody>
      </p:sp>
      <p:grpSp>
        <p:nvGrpSpPr>
          <p:cNvPr name="Group 9" id="9"/>
          <p:cNvGrpSpPr/>
          <p:nvPr/>
        </p:nvGrpSpPr>
        <p:grpSpPr>
          <a:xfrm rot="0">
            <a:off x="4817654" y="3338205"/>
            <a:ext cx="4188562" cy="781940"/>
            <a:chOff x="0" y="0"/>
            <a:chExt cx="5523623" cy="1031175"/>
          </a:xfrm>
        </p:grpSpPr>
        <p:sp>
          <p:nvSpPr>
            <p:cNvPr name="Freeform 10" id="10"/>
            <p:cNvSpPr/>
            <p:nvPr/>
          </p:nvSpPr>
          <p:spPr>
            <a:xfrm flipH="false" flipV="false" rot="0">
              <a:off x="31750" y="31750"/>
              <a:ext cx="5460123" cy="967675"/>
            </a:xfrm>
            <a:custGeom>
              <a:avLst/>
              <a:gdLst/>
              <a:ahLst/>
              <a:cxnLst/>
              <a:rect r="r" b="b" t="t" l="l"/>
              <a:pathLst>
                <a:path h="967675" w="5460123">
                  <a:moveTo>
                    <a:pt x="5367413" y="967675"/>
                  </a:moveTo>
                  <a:lnTo>
                    <a:pt x="92710" y="967675"/>
                  </a:lnTo>
                  <a:cubicBezTo>
                    <a:pt x="41910" y="967675"/>
                    <a:pt x="0" y="925765"/>
                    <a:pt x="0" y="874965"/>
                  </a:cubicBezTo>
                  <a:lnTo>
                    <a:pt x="0" y="92710"/>
                  </a:lnTo>
                  <a:cubicBezTo>
                    <a:pt x="0" y="41910"/>
                    <a:pt x="41910" y="0"/>
                    <a:pt x="92710" y="0"/>
                  </a:cubicBezTo>
                  <a:lnTo>
                    <a:pt x="5366143" y="0"/>
                  </a:lnTo>
                  <a:cubicBezTo>
                    <a:pt x="5416943" y="0"/>
                    <a:pt x="5458854" y="41910"/>
                    <a:pt x="5458854" y="92710"/>
                  </a:cubicBezTo>
                  <a:lnTo>
                    <a:pt x="5458854" y="873695"/>
                  </a:lnTo>
                  <a:cubicBezTo>
                    <a:pt x="5460123" y="925765"/>
                    <a:pt x="5418213" y="967675"/>
                    <a:pt x="5367413" y="967675"/>
                  </a:cubicBezTo>
                  <a:close/>
                </a:path>
              </a:pathLst>
            </a:custGeom>
            <a:solidFill>
              <a:srgbClr val="FFFFFF"/>
            </a:solidFill>
          </p:spPr>
        </p:sp>
        <p:sp>
          <p:nvSpPr>
            <p:cNvPr name="Freeform 11" id="11"/>
            <p:cNvSpPr/>
            <p:nvPr/>
          </p:nvSpPr>
          <p:spPr>
            <a:xfrm flipH="false" flipV="false" rot="0">
              <a:off x="0" y="0"/>
              <a:ext cx="5523624" cy="1031175"/>
            </a:xfrm>
            <a:custGeom>
              <a:avLst/>
              <a:gdLst/>
              <a:ahLst/>
              <a:cxnLst/>
              <a:rect r="r" b="b" t="t" l="l"/>
              <a:pathLst>
                <a:path h="1031175" w="5523624">
                  <a:moveTo>
                    <a:pt x="5399163" y="59690"/>
                  </a:moveTo>
                  <a:cubicBezTo>
                    <a:pt x="5434723" y="59690"/>
                    <a:pt x="5463934" y="88900"/>
                    <a:pt x="5463934" y="124460"/>
                  </a:cubicBezTo>
                  <a:lnTo>
                    <a:pt x="5463934" y="906715"/>
                  </a:lnTo>
                  <a:cubicBezTo>
                    <a:pt x="5463934" y="942275"/>
                    <a:pt x="5434723" y="971485"/>
                    <a:pt x="5399163" y="971485"/>
                  </a:cubicBezTo>
                  <a:lnTo>
                    <a:pt x="124460" y="971485"/>
                  </a:lnTo>
                  <a:cubicBezTo>
                    <a:pt x="88900" y="971485"/>
                    <a:pt x="59690" y="942275"/>
                    <a:pt x="59690" y="906715"/>
                  </a:cubicBezTo>
                  <a:lnTo>
                    <a:pt x="59690" y="124460"/>
                  </a:lnTo>
                  <a:cubicBezTo>
                    <a:pt x="59690" y="88900"/>
                    <a:pt x="88900" y="59690"/>
                    <a:pt x="124460" y="59690"/>
                  </a:cubicBezTo>
                  <a:lnTo>
                    <a:pt x="5399163" y="59690"/>
                  </a:lnTo>
                  <a:moveTo>
                    <a:pt x="5399163" y="0"/>
                  </a:moveTo>
                  <a:lnTo>
                    <a:pt x="124460" y="0"/>
                  </a:lnTo>
                  <a:cubicBezTo>
                    <a:pt x="55880" y="0"/>
                    <a:pt x="0" y="55880"/>
                    <a:pt x="0" y="124460"/>
                  </a:cubicBezTo>
                  <a:lnTo>
                    <a:pt x="0" y="906715"/>
                  </a:lnTo>
                  <a:cubicBezTo>
                    <a:pt x="0" y="975295"/>
                    <a:pt x="55880" y="1031175"/>
                    <a:pt x="124460" y="1031175"/>
                  </a:cubicBezTo>
                  <a:lnTo>
                    <a:pt x="5399163" y="1031175"/>
                  </a:lnTo>
                  <a:cubicBezTo>
                    <a:pt x="5467743" y="1031175"/>
                    <a:pt x="5523624" y="975295"/>
                    <a:pt x="5523624" y="906715"/>
                  </a:cubicBezTo>
                  <a:lnTo>
                    <a:pt x="5523624" y="124460"/>
                  </a:lnTo>
                  <a:cubicBezTo>
                    <a:pt x="5523624" y="55880"/>
                    <a:pt x="5467743" y="0"/>
                    <a:pt x="5399163" y="0"/>
                  </a:cubicBezTo>
                  <a:close/>
                </a:path>
              </a:pathLst>
            </a:custGeom>
            <a:solidFill>
              <a:srgbClr val="000000"/>
            </a:solidFill>
          </p:spPr>
        </p:sp>
      </p:grpSp>
      <p:grpSp>
        <p:nvGrpSpPr>
          <p:cNvPr name="Group 12" id="12"/>
          <p:cNvGrpSpPr/>
          <p:nvPr/>
        </p:nvGrpSpPr>
        <p:grpSpPr>
          <a:xfrm rot="0">
            <a:off x="9282441" y="3338205"/>
            <a:ext cx="4188562" cy="781940"/>
            <a:chOff x="0" y="0"/>
            <a:chExt cx="5523623" cy="1031175"/>
          </a:xfrm>
        </p:grpSpPr>
        <p:sp>
          <p:nvSpPr>
            <p:cNvPr name="Freeform 13" id="13"/>
            <p:cNvSpPr/>
            <p:nvPr/>
          </p:nvSpPr>
          <p:spPr>
            <a:xfrm flipH="false" flipV="false" rot="0">
              <a:off x="31750" y="31750"/>
              <a:ext cx="5460123" cy="967675"/>
            </a:xfrm>
            <a:custGeom>
              <a:avLst/>
              <a:gdLst/>
              <a:ahLst/>
              <a:cxnLst/>
              <a:rect r="r" b="b" t="t" l="l"/>
              <a:pathLst>
                <a:path h="967675" w="5460123">
                  <a:moveTo>
                    <a:pt x="5367413" y="967675"/>
                  </a:moveTo>
                  <a:lnTo>
                    <a:pt x="92710" y="967675"/>
                  </a:lnTo>
                  <a:cubicBezTo>
                    <a:pt x="41910" y="967675"/>
                    <a:pt x="0" y="925765"/>
                    <a:pt x="0" y="874965"/>
                  </a:cubicBezTo>
                  <a:lnTo>
                    <a:pt x="0" y="92710"/>
                  </a:lnTo>
                  <a:cubicBezTo>
                    <a:pt x="0" y="41910"/>
                    <a:pt x="41910" y="0"/>
                    <a:pt x="92710" y="0"/>
                  </a:cubicBezTo>
                  <a:lnTo>
                    <a:pt x="5366143" y="0"/>
                  </a:lnTo>
                  <a:cubicBezTo>
                    <a:pt x="5416943" y="0"/>
                    <a:pt x="5458854" y="41910"/>
                    <a:pt x="5458854" y="92710"/>
                  </a:cubicBezTo>
                  <a:lnTo>
                    <a:pt x="5458854" y="873695"/>
                  </a:lnTo>
                  <a:cubicBezTo>
                    <a:pt x="5460123" y="925765"/>
                    <a:pt x="5418213" y="967675"/>
                    <a:pt x="5367413" y="967675"/>
                  </a:cubicBezTo>
                  <a:close/>
                </a:path>
              </a:pathLst>
            </a:custGeom>
            <a:solidFill>
              <a:srgbClr val="FFFFFF"/>
            </a:solidFill>
          </p:spPr>
        </p:sp>
        <p:sp>
          <p:nvSpPr>
            <p:cNvPr name="Freeform 14" id="14"/>
            <p:cNvSpPr/>
            <p:nvPr/>
          </p:nvSpPr>
          <p:spPr>
            <a:xfrm flipH="false" flipV="false" rot="0">
              <a:off x="0" y="0"/>
              <a:ext cx="5523624" cy="1031175"/>
            </a:xfrm>
            <a:custGeom>
              <a:avLst/>
              <a:gdLst/>
              <a:ahLst/>
              <a:cxnLst/>
              <a:rect r="r" b="b" t="t" l="l"/>
              <a:pathLst>
                <a:path h="1031175" w="5523624">
                  <a:moveTo>
                    <a:pt x="5399163" y="59690"/>
                  </a:moveTo>
                  <a:cubicBezTo>
                    <a:pt x="5434723" y="59690"/>
                    <a:pt x="5463934" y="88900"/>
                    <a:pt x="5463934" y="124460"/>
                  </a:cubicBezTo>
                  <a:lnTo>
                    <a:pt x="5463934" y="906715"/>
                  </a:lnTo>
                  <a:cubicBezTo>
                    <a:pt x="5463934" y="942275"/>
                    <a:pt x="5434723" y="971485"/>
                    <a:pt x="5399163" y="971485"/>
                  </a:cubicBezTo>
                  <a:lnTo>
                    <a:pt x="124460" y="971485"/>
                  </a:lnTo>
                  <a:cubicBezTo>
                    <a:pt x="88900" y="971485"/>
                    <a:pt x="59690" y="942275"/>
                    <a:pt x="59690" y="906715"/>
                  </a:cubicBezTo>
                  <a:lnTo>
                    <a:pt x="59690" y="124460"/>
                  </a:lnTo>
                  <a:cubicBezTo>
                    <a:pt x="59690" y="88900"/>
                    <a:pt x="88900" y="59690"/>
                    <a:pt x="124460" y="59690"/>
                  </a:cubicBezTo>
                  <a:lnTo>
                    <a:pt x="5399163" y="59690"/>
                  </a:lnTo>
                  <a:moveTo>
                    <a:pt x="5399163" y="0"/>
                  </a:moveTo>
                  <a:lnTo>
                    <a:pt x="124460" y="0"/>
                  </a:lnTo>
                  <a:cubicBezTo>
                    <a:pt x="55880" y="0"/>
                    <a:pt x="0" y="55880"/>
                    <a:pt x="0" y="124460"/>
                  </a:cubicBezTo>
                  <a:lnTo>
                    <a:pt x="0" y="906715"/>
                  </a:lnTo>
                  <a:cubicBezTo>
                    <a:pt x="0" y="975295"/>
                    <a:pt x="55880" y="1031175"/>
                    <a:pt x="124460" y="1031175"/>
                  </a:cubicBezTo>
                  <a:lnTo>
                    <a:pt x="5399163" y="1031175"/>
                  </a:lnTo>
                  <a:cubicBezTo>
                    <a:pt x="5467743" y="1031175"/>
                    <a:pt x="5523624" y="975295"/>
                    <a:pt x="5523624" y="906715"/>
                  </a:cubicBezTo>
                  <a:lnTo>
                    <a:pt x="5523624" y="124460"/>
                  </a:lnTo>
                  <a:cubicBezTo>
                    <a:pt x="5523624" y="55880"/>
                    <a:pt x="5467743" y="0"/>
                    <a:pt x="5399163" y="0"/>
                  </a:cubicBezTo>
                  <a:close/>
                </a:path>
              </a:pathLst>
            </a:custGeom>
            <a:solidFill>
              <a:srgbClr val="000000"/>
            </a:solidFill>
          </p:spPr>
        </p:sp>
      </p:grpSp>
      <p:grpSp>
        <p:nvGrpSpPr>
          <p:cNvPr name="Group 15" id="15"/>
          <p:cNvGrpSpPr/>
          <p:nvPr/>
        </p:nvGrpSpPr>
        <p:grpSpPr>
          <a:xfrm rot="0">
            <a:off x="13747229" y="3338205"/>
            <a:ext cx="4188562" cy="781940"/>
            <a:chOff x="0" y="0"/>
            <a:chExt cx="5523623" cy="1031175"/>
          </a:xfrm>
        </p:grpSpPr>
        <p:sp>
          <p:nvSpPr>
            <p:cNvPr name="Freeform 16" id="16"/>
            <p:cNvSpPr/>
            <p:nvPr/>
          </p:nvSpPr>
          <p:spPr>
            <a:xfrm flipH="false" flipV="false" rot="0">
              <a:off x="31750" y="31750"/>
              <a:ext cx="5460123" cy="967675"/>
            </a:xfrm>
            <a:custGeom>
              <a:avLst/>
              <a:gdLst/>
              <a:ahLst/>
              <a:cxnLst/>
              <a:rect r="r" b="b" t="t" l="l"/>
              <a:pathLst>
                <a:path h="967675" w="5460123">
                  <a:moveTo>
                    <a:pt x="5367413" y="967675"/>
                  </a:moveTo>
                  <a:lnTo>
                    <a:pt x="92710" y="967675"/>
                  </a:lnTo>
                  <a:cubicBezTo>
                    <a:pt x="41910" y="967675"/>
                    <a:pt x="0" y="925765"/>
                    <a:pt x="0" y="874965"/>
                  </a:cubicBezTo>
                  <a:lnTo>
                    <a:pt x="0" y="92710"/>
                  </a:lnTo>
                  <a:cubicBezTo>
                    <a:pt x="0" y="41910"/>
                    <a:pt x="41910" y="0"/>
                    <a:pt x="92710" y="0"/>
                  </a:cubicBezTo>
                  <a:lnTo>
                    <a:pt x="5366143" y="0"/>
                  </a:lnTo>
                  <a:cubicBezTo>
                    <a:pt x="5416943" y="0"/>
                    <a:pt x="5458854" y="41910"/>
                    <a:pt x="5458854" y="92710"/>
                  </a:cubicBezTo>
                  <a:lnTo>
                    <a:pt x="5458854" y="873695"/>
                  </a:lnTo>
                  <a:cubicBezTo>
                    <a:pt x="5460123" y="925765"/>
                    <a:pt x="5418213" y="967675"/>
                    <a:pt x="5367413" y="967675"/>
                  </a:cubicBezTo>
                  <a:close/>
                </a:path>
              </a:pathLst>
            </a:custGeom>
            <a:solidFill>
              <a:srgbClr val="FFFFFF"/>
            </a:solidFill>
          </p:spPr>
        </p:sp>
        <p:sp>
          <p:nvSpPr>
            <p:cNvPr name="Freeform 17" id="17"/>
            <p:cNvSpPr/>
            <p:nvPr/>
          </p:nvSpPr>
          <p:spPr>
            <a:xfrm flipH="false" flipV="false" rot="0">
              <a:off x="0" y="0"/>
              <a:ext cx="5523624" cy="1031175"/>
            </a:xfrm>
            <a:custGeom>
              <a:avLst/>
              <a:gdLst/>
              <a:ahLst/>
              <a:cxnLst/>
              <a:rect r="r" b="b" t="t" l="l"/>
              <a:pathLst>
                <a:path h="1031175" w="5523624">
                  <a:moveTo>
                    <a:pt x="5399163" y="59690"/>
                  </a:moveTo>
                  <a:cubicBezTo>
                    <a:pt x="5434723" y="59690"/>
                    <a:pt x="5463934" y="88900"/>
                    <a:pt x="5463934" y="124460"/>
                  </a:cubicBezTo>
                  <a:lnTo>
                    <a:pt x="5463934" y="906715"/>
                  </a:lnTo>
                  <a:cubicBezTo>
                    <a:pt x="5463934" y="942275"/>
                    <a:pt x="5434723" y="971485"/>
                    <a:pt x="5399163" y="971485"/>
                  </a:cubicBezTo>
                  <a:lnTo>
                    <a:pt x="124460" y="971485"/>
                  </a:lnTo>
                  <a:cubicBezTo>
                    <a:pt x="88900" y="971485"/>
                    <a:pt x="59690" y="942275"/>
                    <a:pt x="59690" y="906715"/>
                  </a:cubicBezTo>
                  <a:lnTo>
                    <a:pt x="59690" y="124460"/>
                  </a:lnTo>
                  <a:cubicBezTo>
                    <a:pt x="59690" y="88900"/>
                    <a:pt x="88900" y="59690"/>
                    <a:pt x="124460" y="59690"/>
                  </a:cubicBezTo>
                  <a:lnTo>
                    <a:pt x="5399163" y="59690"/>
                  </a:lnTo>
                  <a:moveTo>
                    <a:pt x="5399163" y="0"/>
                  </a:moveTo>
                  <a:lnTo>
                    <a:pt x="124460" y="0"/>
                  </a:lnTo>
                  <a:cubicBezTo>
                    <a:pt x="55880" y="0"/>
                    <a:pt x="0" y="55880"/>
                    <a:pt x="0" y="124460"/>
                  </a:cubicBezTo>
                  <a:lnTo>
                    <a:pt x="0" y="906715"/>
                  </a:lnTo>
                  <a:cubicBezTo>
                    <a:pt x="0" y="975295"/>
                    <a:pt x="55880" y="1031175"/>
                    <a:pt x="124460" y="1031175"/>
                  </a:cubicBezTo>
                  <a:lnTo>
                    <a:pt x="5399163" y="1031175"/>
                  </a:lnTo>
                  <a:cubicBezTo>
                    <a:pt x="5467743" y="1031175"/>
                    <a:pt x="5523624" y="975295"/>
                    <a:pt x="5523624" y="906715"/>
                  </a:cubicBezTo>
                  <a:lnTo>
                    <a:pt x="5523624" y="124460"/>
                  </a:lnTo>
                  <a:cubicBezTo>
                    <a:pt x="5523624" y="55880"/>
                    <a:pt x="5467743" y="0"/>
                    <a:pt x="5399163" y="0"/>
                  </a:cubicBezTo>
                  <a:close/>
                </a:path>
              </a:pathLst>
            </a:custGeom>
            <a:solidFill>
              <a:srgbClr val="000000"/>
            </a:solidFill>
          </p:spPr>
        </p:sp>
      </p:grpSp>
      <p:grpSp>
        <p:nvGrpSpPr>
          <p:cNvPr name="Group 18" id="18"/>
          <p:cNvGrpSpPr/>
          <p:nvPr/>
        </p:nvGrpSpPr>
        <p:grpSpPr>
          <a:xfrm rot="0">
            <a:off x="352209" y="5233814"/>
            <a:ext cx="4188562" cy="781940"/>
            <a:chOff x="0" y="0"/>
            <a:chExt cx="5523623" cy="1031175"/>
          </a:xfrm>
        </p:grpSpPr>
        <p:sp>
          <p:nvSpPr>
            <p:cNvPr name="Freeform 19" id="19"/>
            <p:cNvSpPr/>
            <p:nvPr/>
          </p:nvSpPr>
          <p:spPr>
            <a:xfrm flipH="false" flipV="false" rot="0">
              <a:off x="31750" y="31750"/>
              <a:ext cx="5460123" cy="967675"/>
            </a:xfrm>
            <a:custGeom>
              <a:avLst/>
              <a:gdLst/>
              <a:ahLst/>
              <a:cxnLst/>
              <a:rect r="r" b="b" t="t" l="l"/>
              <a:pathLst>
                <a:path h="967675" w="5460123">
                  <a:moveTo>
                    <a:pt x="5367413" y="967675"/>
                  </a:moveTo>
                  <a:lnTo>
                    <a:pt x="92710" y="967675"/>
                  </a:lnTo>
                  <a:cubicBezTo>
                    <a:pt x="41910" y="967675"/>
                    <a:pt x="0" y="925765"/>
                    <a:pt x="0" y="874965"/>
                  </a:cubicBezTo>
                  <a:lnTo>
                    <a:pt x="0" y="92710"/>
                  </a:lnTo>
                  <a:cubicBezTo>
                    <a:pt x="0" y="41910"/>
                    <a:pt x="41910" y="0"/>
                    <a:pt x="92710" y="0"/>
                  </a:cubicBezTo>
                  <a:lnTo>
                    <a:pt x="5366143" y="0"/>
                  </a:lnTo>
                  <a:cubicBezTo>
                    <a:pt x="5416943" y="0"/>
                    <a:pt x="5458854" y="41910"/>
                    <a:pt x="5458854" y="92710"/>
                  </a:cubicBezTo>
                  <a:lnTo>
                    <a:pt x="5458854" y="873695"/>
                  </a:lnTo>
                  <a:cubicBezTo>
                    <a:pt x="5460123" y="925765"/>
                    <a:pt x="5418213" y="967675"/>
                    <a:pt x="5367413" y="967675"/>
                  </a:cubicBezTo>
                  <a:close/>
                </a:path>
              </a:pathLst>
            </a:custGeom>
            <a:solidFill>
              <a:srgbClr val="FFFFFF"/>
            </a:solidFill>
          </p:spPr>
        </p:sp>
        <p:sp>
          <p:nvSpPr>
            <p:cNvPr name="Freeform 20" id="20"/>
            <p:cNvSpPr/>
            <p:nvPr/>
          </p:nvSpPr>
          <p:spPr>
            <a:xfrm flipH="false" flipV="false" rot="0">
              <a:off x="0" y="0"/>
              <a:ext cx="5523624" cy="1031175"/>
            </a:xfrm>
            <a:custGeom>
              <a:avLst/>
              <a:gdLst/>
              <a:ahLst/>
              <a:cxnLst/>
              <a:rect r="r" b="b" t="t" l="l"/>
              <a:pathLst>
                <a:path h="1031175" w="5523624">
                  <a:moveTo>
                    <a:pt x="5399163" y="59690"/>
                  </a:moveTo>
                  <a:cubicBezTo>
                    <a:pt x="5434723" y="59690"/>
                    <a:pt x="5463934" y="88900"/>
                    <a:pt x="5463934" y="124460"/>
                  </a:cubicBezTo>
                  <a:lnTo>
                    <a:pt x="5463934" y="906715"/>
                  </a:lnTo>
                  <a:cubicBezTo>
                    <a:pt x="5463934" y="942275"/>
                    <a:pt x="5434723" y="971485"/>
                    <a:pt x="5399163" y="971485"/>
                  </a:cubicBezTo>
                  <a:lnTo>
                    <a:pt x="124460" y="971485"/>
                  </a:lnTo>
                  <a:cubicBezTo>
                    <a:pt x="88900" y="971485"/>
                    <a:pt x="59690" y="942275"/>
                    <a:pt x="59690" y="906715"/>
                  </a:cubicBezTo>
                  <a:lnTo>
                    <a:pt x="59690" y="124460"/>
                  </a:lnTo>
                  <a:cubicBezTo>
                    <a:pt x="59690" y="88900"/>
                    <a:pt x="88900" y="59690"/>
                    <a:pt x="124460" y="59690"/>
                  </a:cubicBezTo>
                  <a:lnTo>
                    <a:pt x="5399163" y="59690"/>
                  </a:lnTo>
                  <a:moveTo>
                    <a:pt x="5399163" y="0"/>
                  </a:moveTo>
                  <a:lnTo>
                    <a:pt x="124460" y="0"/>
                  </a:lnTo>
                  <a:cubicBezTo>
                    <a:pt x="55880" y="0"/>
                    <a:pt x="0" y="55880"/>
                    <a:pt x="0" y="124460"/>
                  </a:cubicBezTo>
                  <a:lnTo>
                    <a:pt x="0" y="906715"/>
                  </a:lnTo>
                  <a:cubicBezTo>
                    <a:pt x="0" y="975295"/>
                    <a:pt x="55880" y="1031175"/>
                    <a:pt x="124460" y="1031175"/>
                  </a:cubicBezTo>
                  <a:lnTo>
                    <a:pt x="5399163" y="1031175"/>
                  </a:lnTo>
                  <a:cubicBezTo>
                    <a:pt x="5467743" y="1031175"/>
                    <a:pt x="5523624" y="975295"/>
                    <a:pt x="5523624" y="906715"/>
                  </a:cubicBezTo>
                  <a:lnTo>
                    <a:pt x="5523624" y="124460"/>
                  </a:lnTo>
                  <a:cubicBezTo>
                    <a:pt x="5523624" y="55880"/>
                    <a:pt x="5467743" y="0"/>
                    <a:pt x="5399163" y="0"/>
                  </a:cubicBezTo>
                  <a:close/>
                </a:path>
              </a:pathLst>
            </a:custGeom>
            <a:solidFill>
              <a:srgbClr val="000000"/>
            </a:solidFill>
          </p:spPr>
        </p:sp>
      </p:grpSp>
      <p:grpSp>
        <p:nvGrpSpPr>
          <p:cNvPr name="Group 21" id="21"/>
          <p:cNvGrpSpPr/>
          <p:nvPr/>
        </p:nvGrpSpPr>
        <p:grpSpPr>
          <a:xfrm rot="0">
            <a:off x="4817654" y="5222503"/>
            <a:ext cx="4188562" cy="781940"/>
            <a:chOff x="0" y="0"/>
            <a:chExt cx="5523623" cy="1031175"/>
          </a:xfrm>
        </p:grpSpPr>
        <p:sp>
          <p:nvSpPr>
            <p:cNvPr name="Freeform 22" id="22"/>
            <p:cNvSpPr/>
            <p:nvPr/>
          </p:nvSpPr>
          <p:spPr>
            <a:xfrm flipH="false" flipV="false" rot="0">
              <a:off x="31750" y="31750"/>
              <a:ext cx="5460123" cy="967675"/>
            </a:xfrm>
            <a:custGeom>
              <a:avLst/>
              <a:gdLst/>
              <a:ahLst/>
              <a:cxnLst/>
              <a:rect r="r" b="b" t="t" l="l"/>
              <a:pathLst>
                <a:path h="967675" w="5460123">
                  <a:moveTo>
                    <a:pt x="5367413" y="967675"/>
                  </a:moveTo>
                  <a:lnTo>
                    <a:pt x="92710" y="967675"/>
                  </a:lnTo>
                  <a:cubicBezTo>
                    <a:pt x="41910" y="967675"/>
                    <a:pt x="0" y="925765"/>
                    <a:pt x="0" y="874965"/>
                  </a:cubicBezTo>
                  <a:lnTo>
                    <a:pt x="0" y="92710"/>
                  </a:lnTo>
                  <a:cubicBezTo>
                    <a:pt x="0" y="41910"/>
                    <a:pt x="41910" y="0"/>
                    <a:pt x="92710" y="0"/>
                  </a:cubicBezTo>
                  <a:lnTo>
                    <a:pt x="5366143" y="0"/>
                  </a:lnTo>
                  <a:cubicBezTo>
                    <a:pt x="5416943" y="0"/>
                    <a:pt x="5458854" y="41910"/>
                    <a:pt x="5458854" y="92710"/>
                  </a:cubicBezTo>
                  <a:lnTo>
                    <a:pt x="5458854" y="873695"/>
                  </a:lnTo>
                  <a:cubicBezTo>
                    <a:pt x="5460123" y="925765"/>
                    <a:pt x="5418213" y="967675"/>
                    <a:pt x="5367413" y="967675"/>
                  </a:cubicBezTo>
                  <a:close/>
                </a:path>
              </a:pathLst>
            </a:custGeom>
            <a:solidFill>
              <a:srgbClr val="FFFFFF"/>
            </a:solidFill>
          </p:spPr>
        </p:sp>
        <p:sp>
          <p:nvSpPr>
            <p:cNvPr name="Freeform 23" id="23"/>
            <p:cNvSpPr/>
            <p:nvPr/>
          </p:nvSpPr>
          <p:spPr>
            <a:xfrm flipH="false" flipV="false" rot="0">
              <a:off x="0" y="0"/>
              <a:ext cx="5523624" cy="1031175"/>
            </a:xfrm>
            <a:custGeom>
              <a:avLst/>
              <a:gdLst/>
              <a:ahLst/>
              <a:cxnLst/>
              <a:rect r="r" b="b" t="t" l="l"/>
              <a:pathLst>
                <a:path h="1031175" w="5523624">
                  <a:moveTo>
                    <a:pt x="5399163" y="59690"/>
                  </a:moveTo>
                  <a:cubicBezTo>
                    <a:pt x="5434723" y="59690"/>
                    <a:pt x="5463934" y="88900"/>
                    <a:pt x="5463934" y="124460"/>
                  </a:cubicBezTo>
                  <a:lnTo>
                    <a:pt x="5463934" y="906715"/>
                  </a:lnTo>
                  <a:cubicBezTo>
                    <a:pt x="5463934" y="942275"/>
                    <a:pt x="5434723" y="971485"/>
                    <a:pt x="5399163" y="971485"/>
                  </a:cubicBezTo>
                  <a:lnTo>
                    <a:pt x="124460" y="971485"/>
                  </a:lnTo>
                  <a:cubicBezTo>
                    <a:pt x="88900" y="971485"/>
                    <a:pt x="59690" y="942275"/>
                    <a:pt x="59690" y="906715"/>
                  </a:cubicBezTo>
                  <a:lnTo>
                    <a:pt x="59690" y="124460"/>
                  </a:lnTo>
                  <a:cubicBezTo>
                    <a:pt x="59690" y="88900"/>
                    <a:pt x="88900" y="59690"/>
                    <a:pt x="124460" y="59690"/>
                  </a:cubicBezTo>
                  <a:lnTo>
                    <a:pt x="5399163" y="59690"/>
                  </a:lnTo>
                  <a:moveTo>
                    <a:pt x="5399163" y="0"/>
                  </a:moveTo>
                  <a:lnTo>
                    <a:pt x="124460" y="0"/>
                  </a:lnTo>
                  <a:cubicBezTo>
                    <a:pt x="55880" y="0"/>
                    <a:pt x="0" y="55880"/>
                    <a:pt x="0" y="124460"/>
                  </a:cubicBezTo>
                  <a:lnTo>
                    <a:pt x="0" y="906715"/>
                  </a:lnTo>
                  <a:cubicBezTo>
                    <a:pt x="0" y="975295"/>
                    <a:pt x="55880" y="1031175"/>
                    <a:pt x="124460" y="1031175"/>
                  </a:cubicBezTo>
                  <a:lnTo>
                    <a:pt x="5399163" y="1031175"/>
                  </a:lnTo>
                  <a:cubicBezTo>
                    <a:pt x="5467743" y="1031175"/>
                    <a:pt x="5523624" y="975295"/>
                    <a:pt x="5523624" y="906715"/>
                  </a:cubicBezTo>
                  <a:lnTo>
                    <a:pt x="5523624" y="124460"/>
                  </a:lnTo>
                  <a:cubicBezTo>
                    <a:pt x="5523624" y="55880"/>
                    <a:pt x="5467743" y="0"/>
                    <a:pt x="5399163" y="0"/>
                  </a:cubicBezTo>
                  <a:close/>
                </a:path>
              </a:pathLst>
            </a:custGeom>
            <a:solidFill>
              <a:srgbClr val="000000"/>
            </a:solidFill>
          </p:spPr>
        </p:sp>
      </p:grpSp>
      <p:grpSp>
        <p:nvGrpSpPr>
          <p:cNvPr name="Group 24" id="24"/>
          <p:cNvGrpSpPr/>
          <p:nvPr/>
        </p:nvGrpSpPr>
        <p:grpSpPr>
          <a:xfrm rot="0">
            <a:off x="9282441" y="5222503"/>
            <a:ext cx="4188562" cy="781940"/>
            <a:chOff x="0" y="0"/>
            <a:chExt cx="5523623" cy="1031175"/>
          </a:xfrm>
        </p:grpSpPr>
        <p:sp>
          <p:nvSpPr>
            <p:cNvPr name="Freeform 25" id="25"/>
            <p:cNvSpPr/>
            <p:nvPr/>
          </p:nvSpPr>
          <p:spPr>
            <a:xfrm flipH="false" flipV="false" rot="0">
              <a:off x="31750" y="31750"/>
              <a:ext cx="5460123" cy="967675"/>
            </a:xfrm>
            <a:custGeom>
              <a:avLst/>
              <a:gdLst/>
              <a:ahLst/>
              <a:cxnLst/>
              <a:rect r="r" b="b" t="t" l="l"/>
              <a:pathLst>
                <a:path h="967675" w="5460123">
                  <a:moveTo>
                    <a:pt x="5367413" y="967675"/>
                  </a:moveTo>
                  <a:lnTo>
                    <a:pt x="92710" y="967675"/>
                  </a:lnTo>
                  <a:cubicBezTo>
                    <a:pt x="41910" y="967675"/>
                    <a:pt x="0" y="925765"/>
                    <a:pt x="0" y="874965"/>
                  </a:cubicBezTo>
                  <a:lnTo>
                    <a:pt x="0" y="92710"/>
                  </a:lnTo>
                  <a:cubicBezTo>
                    <a:pt x="0" y="41910"/>
                    <a:pt x="41910" y="0"/>
                    <a:pt x="92710" y="0"/>
                  </a:cubicBezTo>
                  <a:lnTo>
                    <a:pt x="5366143" y="0"/>
                  </a:lnTo>
                  <a:cubicBezTo>
                    <a:pt x="5416943" y="0"/>
                    <a:pt x="5458854" y="41910"/>
                    <a:pt x="5458854" y="92710"/>
                  </a:cubicBezTo>
                  <a:lnTo>
                    <a:pt x="5458854" y="873695"/>
                  </a:lnTo>
                  <a:cubicBezTo>
                    <a:pt x="5460123" y="925765"/>
                    <a:pt x="5418213" y="967675"/>
                    <a:pt x="5367413" y="967675"/>
                  </a:cubicBezTo>
                  <a:close/>
                </a:path>
              </a:pathLst>
            </a:custGeom>
            <a:solidFill>
              <a:srgbClr val="FFFFFF"/>
            </a:solidFill>
          </p:spPr>
        </p:sp>
        <p:sp>
          <p:nvSpPr>
            <p:cNvPr name="Freeform 26" id="26"/>
            <p:cNvSpPr/>
            <p:nvPr/>
          </p:nvSpPr>
          <p:spPr>
            <a:xfrm flipH="false" flipV="false" rot="0">
              <a:off x="0" y="0"/>
              <a:ext cx="5523624" cy="1031175"/>
            </a:xfrm>
            <a:custGeom>
              <a:avLst/>
              <a:gdLst/>
              <a:ahLst/>
              <a:cxnLst/>
              <a:rect r="r" b="b" t="t" l="l"/>
              <a:pathLst>
                <a:path h="1031175" w="5523624">
                  <a:moveTo>
                    <a:pt x="5399163" y="59690"/>
                  </a:moveTo>
                  <a:cubicBezTo>
                    <a:pt x="5434723" y="59690"/>
                    <a:pt x="5463934" y="88900"/>
                    <a:pt x="5463934" y="124460"/>
                  </a:cubicBezTo>
                  <a:lnTo>
                    <a:pt x="5463934" y="906715"/>
                  </a:lnTo>
                  <a:cubicBezTo>
                    <a:pt x="5463934" y="942275"/>
                    <a:pt x="5434723" y="971485"/>
                    <a:pt x="5399163" y="971485"/>
                  </a:cubicBezTo>
                  <a:lnTo>
                    <a:pt x="124460" y="971485"/>
                  </a:lnTo>
                  <a:cubicBezTo>
                    <a:pt x="88900" y="971485"/>
                    <a:pt x="59690" y="942275"/>
                    <a:pt x="59690" y="906715"/>
                  </a:cubicBezTo>
                  <a:lnTo>
                    <a:pt x="59690" y="124460"/>
                  </a:lnTo>
                  <a:cubicBezTo>
                    <a:pt x="59690" y="88900"/>
                    <a:pt x="88900" y="59690"/>
                    <a:pt x="124460" y="59690"/>
                  </a:cubicBezTo>
                  <a:lnTo>
                    <a:pt x="5399163" y="59690"/>
                  </a:lnTo>
                  <a:moveTo>
                    <a:pt x="5399163" y="0"/>
                  </a:moveTo>
                  <a:lnTo>
                    <a:pt x="124460" y="0"/>
                  </a:lnTo>
                  <a:cubicBezTo>
                    <a:pt x="55880" y="0"/>
                    <a:pt x="0" y="55880"/>
                    <a:pt x="0" y="124460"/>
                  </a:cubicBezTo>
                  <a:lnTo>
                    <a:pt x="0" y="906715"/>
                  </a:lnTo>
                  <a:cubicBezTo>
                    <a:pt x="0" y="975295"/>
                    <a:pt x="55880" y="1031175"/>
                    <a:pt x="124460" y="1031175"/>
                  </a:cubicBezTo>
                  <a:lnTo>
                    <a:pt x="5399163" y="1031175"/>
                  </a:lnTo>
                  <a:cubicBezTo>
                    <a:pt x="5467743" y="1031175"/>
                    <a:pt x="5523624" y="975295"/>
                    <a:pt x="5523624" y="906715"/>
                  </a:cubicBezTo>
                  <a:lnTo>
                    <a:pt x="5523624" y="124460"/>
                  </a:lnTo>
                  <a:cubicBezTo>
                    <a:pt x="5523624" y="55880"/>
                    <a:pt x="5467743" y="0"/>
                    <a:pt x="5399163" y="0"/>
                  </a:cubicBezTo>
                  <a:close/>
                </a:path>
              </a:pathLst>
            </a:custGeom>
            <a:solidFill>
              <a:srgbClr val="000000"/>
            </a:solidFill>
          </p:spPr>
        </p:sp>
      </p:grpSp>
      <p:grpSp>
        <p:nvGrpSpPr>
          <p:cNvPr name="Group 27" id="27"/>
          <p:cNvGrpSpPr/>
          <p:nvPr/>
        </p:nvGrpSpPr>
        <p:grpSpPr>
          <a:xfrm rot="0">
            <a:off x="13747229" y="5222503"/>
            <a:ext cx="4188562" cy="781940"/>
            <a:chOff x="0" y="0"/>
            <a:chExt cx="5523623" cy="1031175"/>
          </a:xfrm>
        </p:grpSpPr>
        <p:sp>
          <p:nvSpPr>
            <p:cNvPr name="Freeform 28" id="28"/>
            <p:cNvSpPr/>
            <p:nvPr/>
          </p:nvSpPr>
          <p:spPr>
            <a:xfrm flipH="false" flipV="false" rot="0">
              <a:off x="31750" y="31750"/>
              <a:ext cx="5460123" cy="967675"/>
            </a:xfrm>
            <a:custGeom>
              <a:avLst/>
              <a:gdLst/>
              <a:ahLst/>
              <a:cxnLst/>
              <a:rect r="r" b="b" t="t" l="l"/>
              <a:pathLst>
                <a:path h="967675" w="5460123">
                  <a:moveTo>
                    <a:pt x="5367413" y="967675"/>
                  </a:moveTo>
                  <a:lnTo>
                    <a:pt x="92710" y="967675"/>
                  </a:lnTo>
                  <a:cubicBezTo>
                    <a:pt x="41910" y="967675"/>
                    <a:pt x="0" y="925765"/>
                    <a:pt x="0" y="874965"/>
                  </a:cubicBezTo>
                  <a:lnTo>
                    <a:pt x="0" y="92710"/>
                  </a:lnTo>
                  <a:cubicBezTo>
                    <a:pt x="0" y="41910"/>
                    <a:pt x="41910" y="0"/>
                    <a:pt x="92710" y="0"/>
                  </a:cubicBezTo>
                  <a:lnTo>
                    <a:pt x="5366143" y="0"/>
                  </a:lnTo>
                  <a:cubicBezTo>
                    <a:pt x="5416943" y="0"/>
                    <a:pt x="5458854" y="41910"/>
                    <a:pt x="5458854" y="92710"/>
                  </a:cubicBezTo>
                  <a:lnTo>
                    <a:pt x="5458854" y="873695"/>
                  </a:lnTo>
                  <a:cubicBezTo>
                    <a:pt x="5460123" y="925765"/>
                    <a:pt x="5418213" y="967675"/>
                    <a:pt x="5367413" y="967675"/>
                  </a:cubicBezTo>
                  <a:close/>
                </a:path>
              </a:pathLst>
            </a:custGeom>
            <a:solidFill>
              <a:srgbClr val="FFFFFF"/>
            </a:solidFill>
          </p:spPr>
        </p:sp>
        <p:sp>
          <p:nvSpPr>
            <p:cNvPr name="Freeform 29" id="29"/>
            <p:cNvSpPr/>
            <p:nvPr/>
          </p:nvSpPr>
          <p:spPr>
            <a:xfrm flipH="false" flipV="false" rot="0">
              <a:off x="0" y="0"/>
              <a:ext cx="5523624" cy="1031175"/>
            </a:xfrm>
            <a:custGeom>
              <a:avLst/>
              <a:gdLst/>
              <a:ahLst/>
              <a:cxnLst/>
              <a:rect r="r" b="b" t="t" l="l"/>
              <a:pathLst>
                <a:path h="1031175" w="5523624">
                  <a:moveTo>
                    <a:pt x="5399163" y="59690"/>
                  </a:moveTo>
                  <a:cubicBezTo>
                    <a:pt x="5434723" y="59690"/>
                    <a:pt x="5463934" y="88900"/>
                    <a:pt x="5463934" y="124460"/>
                  </a:cubicBezTo>
                  <a:lnTo>
                    <a:pt x="5463934" y="906715"/>
                  </a:lnTo>
                  <a:cubicBezTo>
                    <a:pt x="5463934" y="942275"/>
                    <a:pt x="5434723" y="971485"/>
                    <a:pt x="5399163" y="971485"/>
                  </a:cubicBezTo>
                  <a:lnTo>
                    <a:pt x="124460" y="971485"/>
                  </a:lnTo>
                  <a:cubicBezTo>
                    <a:pt x="88900" y="971485"/>
                    <a:pt x="59690" y="942275"/>
                    <a:pt x="59690" y="906715"/>
                  </a:cubicBezTo>
                  <a:lnTo>
                    <a:pt x="59690" y="124460"/>
                  </a:lnTo>
                  <a:cubicBezTo>
                    <a:pt x="59690" y="88900"/>
                    <a:pt x="88900" y="59690"/>
                    <a:pt x="124460" y="59690"/>
                  </a:cubicBezTo>
                  <a:lnTo>
                    <a:pt x="5399163" y="59690"/>
                  </a:lnTo>
                  <a:moveTo>
                    <a:pt x="5399163" y="0"/>
                  </a:moveTo>
                  <a:lnTo>
                    <a:pt x="124460" y="0"/>
                  </a:lnTo>
                  <a:cubicBezTo>
                    <a:pt x="55880" y="0"/>
                    <a:pt x="0" y="55880"/>
                    <a:pt x="0" y="124460"/>
                  </a:cubicBezTo>
                  <a:lnTo>
                    <a:pt x="0" y="906715"/>
                  </a:lnTo>
                  <a:cubicBezTo>
                    <a:pt x="0" y="975295"/>
                    <a:pt x="55880" y="1031175"/>
                    <a:pt x="124460" y="1031175"/>
                  </a:cubicBezTo>
                  <a:lnTo>
                    <a:pt x="5399163" y="1031175"/>
                  </a:lnTo>
                  <a:cubicBezTo>
                    <a:pt x="5467743" y="1031175"/>
                    <a:pt x="5523624" y="975295"/>
                    <a:pt x="5523624" y="906715"/>
                  </a:cubicBezTo>
                  <a:lnTo>
                    <a:pt x="5523624" y="124460"/>
                  </a:lnTo>
                  <a:cubicBezTo>
                    <a:pt x="5523624" y="55880"/>
                    <a:pt x="5467743" y="0"/>
                    <a:pt x="5399163" y="0"/>
                  </a:cubicBezTo>
                  <a:close/>
                </a:path>
              </a:pathLst>
            </a:custGeom>
            <a:solidFill>
              <a:srgbClr val="000000"/>
            </a:solidFill>
          </p:spPr>
        </p:sp>
      </p:grpSp>
      <p:grpSp>
        <p:nvGrpSpPr>
          <p:cNvPr name="Group 30" id="30"/>
          <p:cNvGrpSpPr/>
          <p:nvPr/>
        </p:nvGrpSpPr>
        <p:grpSpPr>
          <a:xfrm rot="0">
            <a:off x="3479840" y="6688484"/>
            <a:ext cx="4188562" cy="781940"/>
            <a:chOff x="0" y="0"/>
            <a:chExt cx="5523623" cy="1031175"/>
          </a:xfrm>
        </p:grpSpPr>
        <p:sp>
          <p:nvSpPr>
            <p:cNvPr name="Freeform 31" id="31"/>
            <p:cNvSpPr/>
            <p:nvPr/>
          </p:nvSpPr>
          <p:spPr>
            <a:xfrm flipH="false" flipV="false" rot="0">
              <a:off x="31750" y="31750"/>
              <a:ext cx="5460123" cy="967675"/>
            </a:xfrm>
            <a:custGeom>
              <a:avLst/>
              <a:gdLst/>
              <a:ahLst/>
              <a:cxnLst/>
              <a:rect r="r" b="b" t="t" l="l"/>
              <a:pathLst>
                <a:path h="967675" w="5460123">
                  <a:moveTo>
                    <a:pt x="5367413" y="967675"/>
                  </a:moveTo>
                  <a:lnTo>
                    <a:pt x="92710" y="967675"/>
                  </a:lnTo>
                  <a:cubicBezTo>
                    <a:pt x="41910" y="967675"/>
                    <a:pt x="0" y="925765"/>
                    <a:pt x="0" y="874965"/>
                  </a:cubicBezTo>
                  <a:lnTo>
                    <a:pt x="0" y="92710"/>
                  </a:lnTo>
                  <a:cubicBezTo>
                    <a:pt x="0" y="41910"/>
                    <a:pt x="41910" y="0"/>
                    <a:pt x="92710" y="0"/>
                  </a:cubicBezTo>
                  <a:lnTo>
                    <a:pt x="5366143" y="0"/>
                  </a:lnTo>
                  <a:cubicBezTo>
                    <a:pt x="5416943" y="0"/>
                    <a:pt x="5458854" y="41910"/>
                    <a:pt x="5458854" y="92710"/>
                  </a:cubicBezTo>
                  <a:lnTo>
                    <a:pt x="5458854" y="873695"/>
                  </a:lnTo>
                  <a:cubicBezTo>
                    <a:pt x="5460123" y="925765"/>
                    <a:pt x="5418213" y="967675"/>
                    <a:pt x="5367413" y="967675"/>
                  </a:cubicBezTo>
                  <a:close/>
                </a:path>
              </a:pathLst>
            </a:custGeom>
            <a:solidFill>
              <a:srgbClr val="FFFFFF"/>
            </a:solidFill>
          </p:spPr>
        </p:sp>
        <p:sp>
          <p:nvSpPr>
            <p:cNvPr name="Freeform 32" id="32"/>
            <p:cNvSpPr/>
            <p:nvPr/>
          </p:nvSpPr>
          <p:spPr>
            <a:xfrm flipH="false" flipV="false" rot="0">
              <a:off x="0" y="0"/>
              <a:ext cx="5523624" cy="1031175"/>
            </a:xfrm>
            <a:custGeom>
              <a:avLst/>
              <a:gdLst/>
              <a:ahLst/>
              <a:cxnLst/>
              <a:rect r="r" b="b" t="t" l="l"/>
              <a:pathLst>
                <a:path h="1031175" w="5523624">
                  <a:moveTo>
                    <a:pt x="5399163" y="59690"/>
                  </a:moveTo>
                  <a:cubicBezTo>
                    <a:pt x="5434723" y="59690"/>
                    <a:pt x="5463934" y="88900"/>
                    <a:pt x="5463934" y="124460"/>
                  </a:cubicBezTo>
                  <a:lnTo>
                    <a:pt x="5463934" y="906715"/>
                  </a:lnTo>
                  <a:cubicBezTo>
                    <a:pt x="5463934" y="942275"/>
                    <a:pt x="5434723" y="971485"/>
                    <a:pt x="5399163" y="971485"/>
                  </a:cubicBezTo>
                  <a:lnTo>
                    <a:pt x="124460" y="971485"/>
                  </a:lnTo>
                  <a:cubicBezTo>
                    <a:pt x="88900" y="971485"/>
                    <a:pt x="59690" y="942275"/>
                    <a:pt x="59690" y="906715"/>
                  </a:cubicBezTo>
                  <a:lnTo>
                    <a:pt x="59690" y="124460"/>
                  </a:lnTo>
                  <a:cubicBezTo>
                    <a:pt x="59690" y="88900"/>
                    <a:pt x="88900" y="59690"/>
                    <a:pt x="124460" y="59690"/>
                  </a:cubicBezTo>
                  <a:lnTo>
                    <a:pt x="5399163" y="59690"/>
                  </a:lnTo>
                  <a:moveTo>
                    <a:pt x="5399163" y="0"/>
                  </a:moveTo>
                  <a:lnTo>
                    <a:pt x="124460" y="0"/>
                  </a:lnTo>
                  <a:cubicBezTo>
                    <a:pt x="55880" y="0"/>
                    <a:pt x="0" y="55880"/>
                    <a:pt x="0" y="124460"/>
                  </a:cubicBezTo>
                  <a:lnTo>
                    <a:pt x="0" y="906715"/>
                  </a:lnTo>
                  <a:cubicBezTo>
                    <a:pt x="0" y="975295"/>
                    <a:pt x="55880" y="1031175"/>
                    <a:pt x="124460" y="1031175"/>
                  </a:cubicBezTo>
                  <a:lnTo>
                    <a:pt x="5399163" y="1031175"/>
                  </a:lnTo>
                  <a:cubicBezTo>
                    <a:pt x="5467743" y="1031175"/>
                    <a:pt x="5523624" y="975295"/>
                    <a:pt x="5523624" y="906715"/>
                  </a:cubicBezTo>
                  <a:lnTo>
                    <a:pt x="5523624" y="124460"/>
                  </a:lnTo>
                  <a:cubicBezTo>
                    <a:pt x="5523624" y="55880"/>
                    <a:pt x="5467743" y="0"/>
                    <a:pt x="5399163" y="0"/>
                  </a:cubicBezTo>
                  <a:close/>
                </a:path>
              </a:pathLst>
            </a:custGeom>
            <a:solidFill>
              <a:srgbClr val="000000"/>
            </a:solidFill>
          </p:spPr>
        </p:sp>
      </p:grpSp>
      <p:grpSp>
        <p:nvGrpSpPr>
          <p:cNvPr name="Group 33" id="33"/>
          <p:cNvGrpSpPr/>
          <p:nvPr/>
        </p:nvGrpSpPr>
        <p:grpSpPr>
          <a:xfrm rot="0">
            <a:off x="10715505" y="6688484"/>
            <a:ext cx="4188562" cy="781940"/>
            <a:chOff x="0" y="0"/>
            <a:chExt cx="5523623" cy="1031175"/>
          </a:xfrm>
        </p:grpSpPr>
        <p:sp>
          <p:nvSpPr>
            <p:cNvPr name="Freeform 34" id="34"/>
            <p:cNvSpPr/>
            <p:nvPr/>
          </p:nvSpPr>
          <p:spPr>
            <a:xfrm flipH="false" flipV="false" rot="0">
              <a:off x="31750" y="31750"/>
              <a:ext cx="5460123" cy="967675"/>
            </a:xfrm>
            <a:custGeom>
              <a:avLst/>
              <a:gdLst/>
              <a:ahLst/>
              <a:cxnLst/>
              <a:rect r="r" b="b" t="t" l="l"/>
              <a:pathLst>
                <a:path h="967675" w="5460123">
                  <a:moveTo>
                    <a:pt x="5367413" y="967675"/>
                  </a:moveTo>
                  <a:lnTo>
                    <a:pt x="92710" y="967675"/>
                  </a:lnTo>
                  <a:cubicBezTo>
                    <a:pt x="41910" y="967675"/>
                    <a:pt x="0" y="925765"/>
                    <a:pt x="0" y="874965"/>
                  </a:cubicBezTo>
                  <a:lnTo>
                    <a:pt x="0" y="92710"/>
                  </a:lnTo>
                  <a:cubicBezTo>
                    <a:pt x="0" y="41910"/>
                    <a:pt x="41910" y="0"/>
                    <a:pt x="92710" y="0"/>
                  </a:cubicBezTo>
                  <a:lnTo>
                    <a:pt x="5366143" y="0"/>
                  </a:lnTo>
                  <a:cubicBezTo>
                    <a:pt x="5416943" y="0"/>
                    <a:pt x="5458854" y="41910"/>
                    <a:pt x="5458854" y="92710"/>
                  </a:cubicBezTo>
                  <a:lnTo>
                    <a:pt x="5458854" y="873695"/>
                  </a:lnTo>
                  <a:cubicBezTo>
                    <a:pt x="5460123" y="925765"/>
                    <a:pt x="5418213" y="967675"/>
                    <a:pt x="5367413" y="967675"/>
                  </a:cubicBezTo>
                  <a:close/>
                </a:path>
              </a:pathLst>
            </a:custGeom>
            <a:solidFill>
              <a:srgbClr val="FFFFFF"/>
            </a:solidFill>
          </p:spPr>
        </p:sp>
        <p:sp>
          <p:nvSpPr>
            <p:cNvPr name="Freeform 35" id="35"/>
            <p:cNvSpPr/>
            <p:nvPr/>
          </p:nvSpPr>
          <p:spPr>
            <a:xfrm flipH="false" flipV="false" rot="0">
              <a:off x="0" y="0"/>
              <a:ext cx="5523624" cy="1031175"/>
            </a:xfrm>
            <a:custGeom>
              <a:avLst/>
              <a:gdLst/>
              <a:ahLst/>
              <a:cxnLst/>
              <a:rect r="r" b="b" t="t" l="l"/>
              <a:pathLst>
                <a:path h="1031175" w="5523624">
                  <a:moveTo>
                    <a:pt x="5399163" y="59690"/>
                  </a:moveTo>
                  <a:cubicBezTo>
                    <a:pt x="5434723" y="59690"/>
                    <a:pt x="5463934" y="88900"/>
                    <a:pt x="5463934" y="124460"/>
                  </a:cubicBezTo>
                  <a:lnTo>
                    <a:pt x="5463934" y="906715"/>
                  </a:lnTo>
                  <a:cubicBezTo>
                    <a:pt x="5463934" y="942275"/>
                    <a:pt x="5434723" y="971485"/>
                    <a:pt x="5399163" y="971485"/>
                  </a:cubicBezTo>
                  <a:lnTo>
                    <a:pt x="124460" y="971485"/>
                  </a:lnTo>
                  <a:cubicBezTo>
                    <a:pt x="88900" y="971485"/>
                    <a:pt x="59690" y="942275"/>
                    <a:pt x="59690" y="906715"/>
                  </a:cubicBezTo>
                  <a:lnTo>
                    <a:pt x="59690" y="124460"/>
                  </a:lnTo>
                  <a:cubicBezTo>
                    <a:pt x="59690" y="88900"/>
                    <a:pt x="88900" y="59690"/>
                    <a:pt x="124460" y="59690"/>
                  </a:cubicBezTo>
                  <a:lnTo>
                    <a:pt x="5399163" y="59690"/>
                  </a:lnTo>
                  <a:moveTo>
                    <a:pt x="5399163" y="0"/>
                  </a:moveTo>
                  <a:lnTo>
                    <a:pt x="124460" y="0"/>
                  </a:lnTo>
                  <a:cubicBezTo>
                    <a:pt x="55880" y="0"/>
                    <a:pt x="0" y="55880"/>
                    <a:pt x="0" y="124460"/>
                  </a:cubicBezTo>
                  <a:lnTo>
                    <a:pt x="0" y="906715"/>
                  </a:lnTo>
                  <a:cubicBezTo>
                    <a:pt x="0" y="975295"/>
                    <a:pt x="55880" y="1031175"/>
                    <a:pt x="124460" y="1031175"/>
                  </a:cubicBezTo>
                  <a:lnTo>
                    <a:pt x="5399163" y="1031175"/>
                  </a:lnTo>
                  <a:cubicBezTo>
                    <a:pt x="5467743" y="1031175"/>
                    <a:pt x="5523624" y="975295"/>
                    <a:pt x="5523624" y="906715"/>
                  </a:cubicBezTo>
                  <a:lnTo>
                    <a:pt x="5523624" y="124460"/>
                  </a:lnTo>
                  <a:cubicBezTo>
                    <a:pt x="5523624" y="55880"/>
                    <a:pt x="5467743" y="0"/>
                    <a:pt x="5399163" y="0"/>
                  </a:cubicBezTo>
                  <a:close/>
                </a:path>
              </a:pathLst>
            </a:custGeom>
            <a:solidFill>
              <a:srgbClr val="000000"/>
            </a:solidFill>
          </p:spPr>
        </p:sp>
      </p:grpSp>
      <p:sp>
        <p:nvSpPr>
          <p:cNvPr name="TextBox 36" id="36"/>
          <p:cNvSpPr txBox="true"/>
          <p:nvPr/>
        </p:nvSpPr>
        <p:spPr>
          <a:xfrm rot="0">
            <a:off x="4669688" y="3505536"/>
            <a:ext cx="4465445" cy="422275"/>
          </a:xfrm>
          <a:prstGeom prst="rect">
            <a:avLst/>
          </a:prstGeom>
        </p:spPr>
        <p:txBody>
          <a:bodyPr anchor="t" rtlCol="false" tIns="0" lIns="0" bIns="0" rIns="0">
            <a:spAutoFit/>
          </a:bodyPr>
          <a:lstStyle/>
          <a:p>
            <a:pPr algn="ctr">
              <a:lnSpc>
                <a:spcPts val="3499"/>
              </a:lnSpc>
            </a:pPr>
            <a:r>
              <a:rPr lang="en-US" b="true" sz="2499" spc="137">
                <a:solidFill>
                  <a:srgbClr val="000000"/>
                </a:solidFill>
                <a:latin typeface="Bebas Neue Bold"/>
                <a:ea typeface="Bebas Neue Bold"/>
                <a:cs typeface="Bebas Neue Bold"/>
                <a:sym typeface="Bebas Neue Bold"/>
              </a:rPr>
              <a:t>Login Management System</a:t>
            </a:r>
          </a:p>
        </p:txBody>
      </p:sp>
      <p:sp>
        <p:nvSpPr>
          <p:cNvPr name="TextBox 37" id="37"/>
          <p:cNvSpPr txBox="true"/>
          <p:nvPr/>
        </p:nvSpPr>
        <p:spPr>
          <a:xfrm rot="0">
            <a:off x="9144000" y="3515061"/>
            <a:ext cx="4465445" cy="422275"/>
          </a:xfrm>
          <a:prstGeom prst="rect">
            <a:avLst/>
          </a:prstGeom>
        </p:spPr>
        <p:txBody>
          <a:bodyPr anchor="t" rtlCol="false" tIns="0" lIns="0" bIns="0" rIns="0">
            <a:spAutoFit/>
          </a:bodyPr>
          <a:lstStyle/>
          <a:p>
            <a:pPr algn="ctr">
              <a:lnSpc>
                <a:spcPts val="3499"/>
              </a:lnSpc>
            </a:pPr>
            <a:r>
              <a:rPr lang="en-US" b="true" sz="2499" spc="137">
                <a:solidFill>
                  <a:srgbClr val="000000"/>
                </a:solidFill>
                <a:latin typeface="Bebas Neue Bold"/>
                <a:ea typeface="Bebas Neue Bold"/>
                <a:cs typeface="Bebas Neue Bold"/>
                <a:sym typeface="Bebas Neue Bold"/>
              </a:rPr>
              <a:t>Discussion Forum Management</a:t>
            </a:r>
          </a:p>
        </p:txBody>
      </p:sp>
      <p:sp>
        <p:nvSpPr>
          <p:cNvPr name="TextBox 38" id="38"/>
          <p:cNvSpPr txBox="true"/>
          <p:nvPr/>
        </p:nvSpPr>
        <p:spPr>
          <a:xfrm rot="0">
            <a:off x="13604354" y="3515061"/>
            <a:ext cx="4465445" cy="422275"/>
          </a:xfrm>
          <a:prstGeom prst="rect">
            <a:avLst/>
          </a:prstGeom>
        </p:spPr>
        <p:txBody>
          <a:bodyPr anchor="t" rtlCol="false" tIns="0" lIns="0" bIns="0" rIns="0">
            <a:spAutoFit/>
          </a:bodyPr>
          <a:lstStyle/>
          <a:p>
            <a:pPr algn="ctr">
              <a:lnSpc>
                <a:spcPts val="3499"/>
              </a:lnSpc>
            </a:pPr>
            <a:r>
              <a:rPr lang="en-US" b="true" sz="2499" spc="137">
                <a:solidFill>
                  <a:srgbClr val="000000"/>
                </a:solidFill>
                <a:latin typeface="Bebas Neue Bold"/>
                <a:ea typeface="Bebas Neue Bold"/>
                <a:cs typeface="Bebas Neue Bold"/>
                <a:sym typeface="Bebas Neue Bold"/>
              </a:rPr>
              <a:t>Complain Management System</a:t>
            </a:r>
          </a:p>
        </p:txBody>
      </p:sp>
      <p:sp>
        <p:nvSpPr>
          <p:cNvPr name="TextBox 39" id="39"/>
          <p:cNvSpPr txBox="true"/>
          <p:nvPr/>
        </p:nvSpPr>
        <p:spPr>
          <a:xfrm rot="0">
            <a:off x="204242" y="5404757"/>
            <a:ext cx="4465445" cy="422275"/>
          </a:xfrm>
          <a:prstGeom prst="rect">
            <a:avLst/>
          </a:prstGeom>
        </p:spPr>
        <p:txBody>
          <a:bodyPr anchor="t" rtlCol="false" tIns="0" lIns="0" bIns="0" rIns="0">
            <a:spAutoFit/>
          </a:bodyPr>
          <a:lstStyle/>
          <a:p>
            <a:pPr algn="ctr">
              <a:lnSpc>
                <a:spcPts val="3499"/>
              </a:lnSpc>
            </a:pPr>
            <a:r>
              <a:rPr lang="en-US" b="true" sz="2499" spc="137">
                <a:solidFill>
                  <a:srgbClr val="000000"/>
                </a:solidFill>
                <a:latin typeface="Bebas Neue Bold"/>
                <a:ea typeface="Bebas Neue Bold"/>
                <a:cs typeface="Bebas Neue Bold"/>
                <a:sym typeface="Bebas Neue Bold"/>
              </a:rPr>
              <a:t>Feedback Management System</a:t>
            </a:r>
          </a:p>
        </p:txBody>
      </p:sp>
      <p:sp>
        <p:nvSpPr>
          <p:cNvPr name="TextBox 40" id="40"/>
          <p:cNvSpPr txBox="true"/>
          <p:nvPr/>
        </p:nvSpPr>
        <p:spPr>
          <a:xfrm rot="0">
            <a:off x="4540771" y="5404757"/>
            <a:ext cx="4465445" cy="422275"/>
          </a:xfrm>
          <a:prstGeom prst="rect">
            <a:avLst/>
          </a:prstGeom>
        </p:spPr>
        <p:txBody>
          <a:bodyPr anchor="t" rtlCol="false" tIns="0" lIns="0" bIns="0" rIns="0">
            <a:spAutoFit/>
          </a:bodyPr>
          <a:lstStyle/>
          <a:p>
            <a:pPr algn="ctr">
              <a:lnSpc>
                <a:spcPts val="3499"/>
              </a:lnSpc>
            </a:pPr>
            <a:r>
              <a:rPr lang="en-US" b="true" sz="2499" spc="137">
                <a:solidFill>
                  <a:srgbClr val="000000"/>
                </a:solidFill>
                <a:latin typeface="Bebas Neue Bold"/>
                <a:ea typeface="Bebas Neue Bold"/>
                <a:cs typeface="Bebas Neue Bold"/>
                <a:sym typeface="Bebas Neue Bold"/>
              </a:rPr>
              <a:t>News Management</a:t>
            </a:r>
          </a:p>
        </p:txBody>
      </p:sp>
      <p:sp>
        <p:nvSpPr>
          <p:cNvPr name="TextBox 41" id="41"/>
          <p:cNvSpPr txBox="true"/>
          <p:nvPr/>
        </p:nvSpPr>
        <p:spPr>
          <a:xfrm rot="0">
            <a:off x="9168141" y="5404757"/>
            <a:ext cx="4465445" cy="422275"/>
          </a:xfrm>
          <a:prstGeom prst="rect">
            <a:avLst/>
          </a:prstGeom>
        </p:spPr>
        <p:txBody>
          <a:bodyPr anchor="t" rtlCol="false" tIns="0" lIns="0" bIns="0" rIns="0">
            <a:spAutoFit/>
          </a:bodyPr>
          <a:lstStyle/>
          <a:p>
            <a:pPr algn="ctr">
              <a:lnSpc>
                <a:spcPts val="3499"/>
              </a:lnSpc>
            </a:pPr>
            <a:r>
              <a:rPr lang="en-US" b="true" sz="2499" spc="137">
                <a:solidFill>
                  <a:srgbClr val="000000"/>
                </a:solidFill>
                <a:latin typeface="Bebas Neue Bold"/>
                <a:ea typeface="Bebas Neue Bold"/>
                <a:cs typeface="Bebas Neue Bold"/>
                <a:sym typeface="Bebas Neue Bold"/>
              </a:rPr>
              <a:t>Enquiry Management</a:t>
            </a:r>
          </a:p>
        </p:txBody>
      </p:sp>
      <p:sp>
        <p:nvSpPr>
          <p:cNvPr name="TextBox 42" id="42"/>
          <p:cNvSpPr txBox="true"/>
          <p:nvPr/>
        </p:nvSpPr>
        <p:spPr>
          <a:xfrm rot="0">
            <a:off x="13623404" y="5404757"/>
            <a:ext cx="4465445" cy="422275"/>
          </a:xfrm>
          <a:prstGeom prst="rect">
            <a:avLst/>
          </a:prstGeom>
        </p:spPr>
        <p:txBody>
          <a:bodyPr anchor="t" rtlCol="false" tIns="0" lIns="0" bIns="0" rIns="0">
            <a:spAutoFit/>
          </a:bodyPr>
          <a:lstStyle/>
          <a:p>
            <a:pPr algn="ctr">
              <a:lnSpc>
                <a:spcPts val="3499"/>
              </a:lnSpc>
            </a:pPr>
            <a:r>
              <a:rPr lang="en-US" b="true" sz="2499" spc="137">
                <a:solidFill>
                  <a:srgbClr val="000000"/>
                </a:solidFill>
                <a:latin typeface="Bebas Neue Bold"/>
                <a:ea typeface="Bebas Neue Bold"/>
                <a:cs typeface="Bebas Neue Bold"/>
                <a:sym typeface="Bebas Neue Bold"/>
              </a:rPr>
              <a:t>Study Material Management</a:t>
            </a:r>
          </a:p>
        </p:txBody>
      </p:sp>
      <p:sp>
        <p:nvSpPr>
          <p:cNvPr name="TextBox 43" id="43"/>
          <p:cNvSpPr txBox="true"/>
          <p:nvPr/>
        </p:nvSpPr>
        <p:spPr>
          <a:xfrm rot="0">
            <a:off x="3341399" y="6873079"/>
            <a:ext cx="4465445" cy="422275"/>
          </a:xfrm>
          <a:prstGeom prst="rect">
            <a:avLst/>
          </a:prstGeom>
        </p:spPr>
        <p:txBody>
          <a:bodyPr anchor="t" rtlCol="false" tIns="0" lIns="0" bIns="0" rIns="0">
            <a:spAutoFit/>
          </a:bodyPr>
          <a:lstStyle/>
          <a:p>
            <a:pPr algn="ctr">
              <a:lnSpc>
                <a:spcPts val="3499"/>
              </a:lnSpc>
            </a:pPr>
            <a:r>
              <a:rPr lang="en-US" b="true" sz="2499" spc="137">
                <a:solidFill>
                  <a:srgbClr val="000000"/>
                </a:solidFill>
                <a:latin typeface="Bebas Neue Bold"/>
                <a:ea typeface="Bebas Neue Bold"/>
                <a:cs typeface="Bebas Neue Bold"/>
                <a:sym typeface="Bebas Neue Bold"/>
              </a:rPr>
              <a:t>Email Integration</a:t>
            </a:r>
          </a:p>
        </p:txBody>
      </p:sp>
      <p:sp>
        <p:nvSpPr>
          <p:cNvPr name="TextBox 44" id="44"/>
          <p:cNvSpPr txBox="true"/>
          <p:nvPr/>
        </p:nvSpPr>
        <p:spPr>
          <a:xfrm rot="0">
            <a:off x="10567539" y="6873079"/>
            <a:ext cx="4465445" cy="422275"/>
          </a:xfrm>
          <a:prstGeom prst="rect">
            <a:avLst/>
          </a:prstGeom>
        </p:spPr>
        <p:txBody>
          <a:bodyPr anchor="t" rtlCol="false" tIns="0" lIns="0" bIns="0" rIns="0">
            <a:spAutoFit/>
          </a:bodyPr>
          <a:lstStyle/>
          <a:p>
            <a:pPr algn="ctr">
              <a:lnSpc>
                <a:spcPts val="3499"/>
              </a:lnSpc>
            </a:pPr>
            <a:r>
              <a:rPr lang="en-US" b="true" sz="2499" spc="137">
                <a:solidFill>
                  <a:srgbClr val="000000"/>
                </a:solidFill>
                <a:latin typeface="Bebas Neue Bold"/>
                <a:ea typeface="Bebas Neue Bold"/>
                <a:cs typeface="Bebas Neue Bold"/>
                <a:sym typeface="Bebas Neue Bold"/>
              </a:rPr>
              <a:t>SMS API Integration</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BF3E4"/>
        </a:solidFill>
      </p:bgPr>
    </p:bg>
    <p:spTree>
      <p:nvGrpSpPr>
        <p:cNvPr id="1" name=""/>
        <p:cNvGrpSpPr/>
        <p:nvPr/>
      </p:nvGrpSpPr>
      <p:grpSpPr>
        <a:xfrm>
          <a:off x="0" y="0"/>
          <a:ext cx="0" cy="0"/>
          <a:chOff x="0" y="0"/>
          <a:chExt cx="0" cy="0"/>
        </a:xfrm>
      </p:grpSpPr>
      <p:sp>
        <p:nvSpPr>
          <p:cNvPr name="TextBox 2" id="2"/>
          <p:cNvSpPr txBox="true"/>
          <p:nvPr/>
        </p:nvSpPr>
        <p:spPr>
          <a:xfrm rot="0">
            <a:off x="1028700" y="2156845"/>
            <a:ext cx="16230600" cy="1079501"/>
          </a:xfrm>
          <a:prstGeom prst="rect">
            <a:avLst/>
          </a:prstGeom>
        </p:spPr>
        <p:txBody>
          <a:bodyPr anchor="t" rtlCol="false" tIns="0" lIns="0" bIns="0" rIns="0">
            <a:spAutoFit/>
          </a:bodyPr>
          <a:lstStyle/>
          <a:p>
            <a:pPr algn="ctr">
              <a:lnSpc>
                <a:spcPts val="8000"/>
              </a:lnSpc>
            </a:pPr>
            <a:r>
              <a:rPr lang="en-US" b="true" sz="8000">
                <a:solidFill>
                  <a:srgbClr val="000000"/>
                </a:solidFill>
                <a:latin typeface="Bebas Neue Bold"/>
                <a:ea typeface="Bebas Neue Bold"/>
                <a:cs typeface="Bebas Neue Bold"/>
                <a:sym typeface="Bebas Neue Bold"/>
              </a:rPr>
              <a:t>SOFTWARE REQUIREMENTS FOR DEVELOPMENT</a:t>
            </a:r>
          </a:p>
        </p:txBody>
      </p:sp>
      <p:grpSp>
        <p:nvGrpSpPr>
          <p:cNvPr name="Group 3" id="3"/>
          <p:cNvGrpSpPr/>
          <p:nvPr/>
        </p:nvGrpSpPr>
        <p:grpSpPr>
          <a:xfrm rot="0">
            <a:off x="514350" y="3674496"/>
            <a:ext cx="17259300" cy="5336528"/>
            <a:chOff x="0" y="0"/>
            <a:chExt cx="22760523" cy="7037490"/>
          </a:xfrm>
        </p:grpSpPr>
        <p:sp>
          <p:nvSpPr>
            <p:cNvPr name="Freeform 4" id="4"/>
            <p:cNvSpPr/>
            <p:nvPr/>
          </p:nvSpPr>
          <p:spPr>
            <a:xfrm flipH="false" flipV="false" rot="0">
              <a:off x="31750" y="31750"/>
              <a:ext cx="22697024" cy="6973991"/>
            </a:xfrm>
            <a:custGeom>
              <a:avLst/>
              <a:gdLst/>
              <a:ahLst/>
              <a:cxnLst/>
              <a:rect r="r" b="b" t="t" l="l"/>
              <a:pathLst>
                <a:path h="6973991" w="22697024">
                  <a:moveTo>
                    <a:pt x="22604313" y="6973991"/>
                  </a:moveTo>
                  <a:lnTo>
                    <a:pt x="92710" y="6973991"/>
                  </a:lnTo>
                  <a:cubicBezTo>
                    <a:pt x="41910" y="6973991"/>
                    <a:pt x="0" y="6932081"/>
                    <a:pt x="0" y="6881281"/>
                  </a:cubicBezTo>
                  <a:lnTo>
                    <a:pt x="0" y="92710"/>
                  </a:lnTo>
                  <a:cubicBezTo>
                    <a:pt x="0" y="41910"/>
                    <a:pt x="41910" y="0"/>
                    <a:pt x="92710" y="0"/>
                  </a:cubicBezTo>
                  <a:lnTo>
                    <a:pt x="22603044" y="0"/>
                  </a:lnTo>
                  <a:cubicBezTo>
                    <a:pt x="22653844" y="0"/>
                    <a:pt x="22695754" y="41910"/>
                    <a:pt x="22695754" y="92710"/>
                  </a:cubicBezTo>
                  <a:lnTo>
                    <a:pt x="22695754" y="6880010"/>
                  </a:lnTo>
                  <a:cubicBezTo>
                    <a:pt x="22697024" y="6932081"/>
                    <a:pt x="22655113" y="6973991"/>
                    <a:pt x="22604313" y="6973991"/>
                  </a:cubicBezTo>
                  <a:close/>
                </a:path>
              </a:pathLst>
            </a:custGeom>
            <a:solidFill>
              <a:srgbClr val="DFD8CA"/>
            </a:solidFill>
          </p:spPr>
        </p:sp>
        <p:sp>
          <p:nvSpPr>
            <p:cNvPr name="Freeform 5" id="5"/>
            <p:cNvSpPr/>
            <p:nvPr/>
          </p:nvSpPr>
          <p:spPr>
            <a:xfrm flipH="false" flipV="false" rot="0">
              <a:off x="0" y="0"/>
              <a:ext cx="22760524" cy="7037491"/>
            </a:xfrm>
            <a:custGeom>
              <a:avLst/>
              <a:gdLst/>
              <a:ahLst/>
              <a:cxnLst/>
              <a:rect r="r" b="b" t="t" l="l"/>
              <a:pathLst>
                <a:path h="7037491" w="22760524">
                  <a:moveTo>
                    <a:pt x="22636063" y="59690"/>
                  </a:moveTo>
                  <a:cubicBezTo>
                    <a:pt x="22671624" y="59690"/>
                    <a:pt x="22700833" y="88900"/>
                    <a:pt x="22700833" y="124460"/>
                  </a:cubicBezTo>
                  <a:lnTo>
                    <a:pt x="22700833" y="6913031"/>
                  </a:lnTo>
                  <a:cubicBezTo>
                    <a:pt x="22700833" y="6948591"/>
                    <a:pt x="22671624" y="6977800"/>
                    <a:pt x="22636063" y="6977800"/>
                  </a:cubicBezTo>
                  <a:lnTo>
                    <a:pt x="124460" y="6977800"/>
                  </a:lnTo>
                  <a:cubicBezTo>
                    <a:pt x="88900" y="6977800"/>
                    <a:pt x="59690" y="6948591"/>
                    <a:pt x="59690" y="6913031"/>
                  </a:cubicBezTo>
                  <a:lnTo>
                    <a:pt x="59690" y="124460"/>
                  </a:lnTo>
                  <a:cubicBezTo>
                    <a:pt x="59690" y="88900"/>
                    <a:pt x="88900" y="59690"/>
                    <a:pt x="124460" y="59690"/>
                  </a:cubicBezTo>
                  <a:lnTo>
                    <a:pt x="22636063" y="59690"/>
                  </a:lnTo>
                  <a:moveTo>
                    <a:pt x="22636063" y="0"/>
                  </a:moveTo>
                  <a:lnTo>
                    <a:pt x="124460" y="0"/>
                  </a:lnTo>
                  <a:cubicBezTo>
                    <a:pt x="55880" y="0"/>
                    <a:pt x="0" y="55880"/>
                    <a:pt x="0" y="124460"/>
                  </a:cubicBezTo>
                  <a:lnTo>
                    <a:pt x="0" y="6913031"/>
                  </a:lnTo>
                  <a:cubicBezTo>
                    <a:pt x="0" y="6981610"/>
                    <a:pt x="55880" y="7037491"/>
                    <a:pt x="124460" y="7037491"/>
                  </a:cubicBezTo>
                  <a:lnTo>
                    <a:pt x="22636063" y="7037491"/>
                  </a:lnTo>
                  <a:cubicBezTo>
                    <a:pt x="22704644" y="7037491"/>
                    <a:pt x="22760524" y="6981610"/>
                    <a:pt x="22760524" y="6913031"/>
                  </a:cubicBezTo>
                  <a:lnTo>
                    <a:pt x="22760524" y="124460"/>
                  </a:lnTo>
                  <a:cubicBezTo>
                    <a:pt x="22760524" y="55880"/>
                    <a:pt x="22704644" y="0"/>
                    <a:pt x="22636063" y="0"/>
                  </a:cubicBezTo>
                  <a:close/>
                </a:path>
              </a:pathLst>
            </a:custGeom>
            <a:solidFill>
              <a:srgbClr val="000000"/>
            </a:solidFill>
          </p:spPr>
        </p:sp>
      </p:grpSp>
      <p:sp>
        <p:nvSpPr>
          <p:cNvPr name="AutoShape 6" id="6"/>
          <p:cNvSpPr/>
          <p:nvPr/>
        </p:nvSpPr>
        <p:spPr>
          <a:xfrm>
            <a:off x="1028706" y="4830164"/>
            <a:ext cx="16230600" cy="9525"/>
          </a:xfrm>
          <a:prstGeom prst="line">
            <a:avLst/>
          </a:prstGeom>
          <a:ln cap="flat" w="19050">
            <a:solidFill>
              <a:srgbClr val="000000"/>
            </a:solidFill>
            <a:prstDash val="solid"/>
            <a:headEnd type="none" len="sm" w="sm"/>
            <a:tailEnd type="none" len="sm" w="sm"/>
          </a:ln>
        </p:spPr>
      </p:sp>
      <p:sp>
        <p:nvSpPr>
          <p:cNvPr name="TextBox 7" id="7"/>
          <p:cNvSpPr txBox="true"/>
          <p:nvPr/>
        </p:nvSpPr>
        <p:spPr>
          <a:xfrm rot="0">
            <a:off x="1145394" y="5933874"/>
            <a:ext cx="3862583" cy="2428875"/>
          </a:xfrm>
          <a:prstGeom prst="rect">
            <a:avLst/>
          </a:prstGeom>
        </p:spPr>
        <p:txBody>
          <a:bodyPr anchor="t" rtlCol="false" tIns="0" lIns="0" bIns="0" rIns="0">
            <a:spAutoFit/>
          </a:bodyPr>
          <a:lstStyle/>
          <a:p>
            <a:pPr algn="ctr">
              <a:lnSpc>
                <a:spcPts val="4800"/>
              </a:lnSpc>
            </a:pPr>
            <a:r>
              <a:rPr lang="en-US" sz="3000">
                <a:solidFill>
                  <a:srgbClr val="000000"/>
                </a:solidFill>
                <a:latin typeface="Poppins"/>
                <a:ea typeface="Poppins"/>
                <a:cs typeface="Poppins"/>
                <a:sym typeface="Poppins"/>
              </a:rPr>
              <a:t>HTML</a:t>
            </a:r>
          </a:p>
          <a:p>
            <a:pPr algn="ctr">
              <a:lnSpc>
                <a:spcPts val="4800"/>
              </a:lnSpc>
            </a:pPr>
            <a:r>
              <a:rPr lang="en-US" sz="3000">
                <a:solidFill>
                  <a:srgbClr val="000000"/>
                </a:solidFill>
                <a:latin typeface="Poppins"/>
                <a:ea typeface="Poppins"/>
                <a:cs typeface="Poppins"/>
                <a:sym typeface="Poppins"/>
              </a:rPr>
              <a:t>CSS</a:t>
            </a:r>
          </a:p>
          <a:p>
            <a:pPr algn="ctr">
              <a:lnSpc>
                <a:spcPts val="4800"/>
              </a:lnSpc>
            </a:pPr>
            <a:r>
              <a:rPr lang="en-US" sz="3000">
                <a:solidFill>
                  <a:srgbClr val="000000"/>
                </a:solidFill>
                <a:latin typeface="Poppins"/>
                <a:ea typeface="Poppins"/>
                <a:cs typeface="Poppins"/>
                <a:sym typeface="Poppins"/>
              </a:rPr>
              <a:t>JS</a:t>
            </a:r>
          </a:p>
          <a:p>
            <a:pPr algn="ctr">
              <a:lnSpc>
                <a:spcPts val="4800"/>
              </a:lnSpc>
            </a:pPr>
            <a:r>
              <a:rPr lang="en-US" sz="3000">
                <a:solidFill>
                  <a:srgbClr val="000000"/>
                </a:solidFill>
                <a:latin typeface="Poppins"/>
                <a:ea typeface="Poppins"/>
                <a:cs typeface="Poppins"/>
                <a:sym typeface="Poppins"/>
              </a:rPr>
              <a:t>Bootstrap</a:t>
            </a:r>
          </a:p>
        </p:txBody>
      </p:sp>
      <p:sp>
        <p:nvSpPr>
          <p:cNvPr name="TextBox 8" id="8"/>
          <p:cNvSpPr txBox="true"/>
          <p:nvPr/>
        </p:nvSpPr>
        <p:spPr>
          <a:xfrm rot="0">
            <a:off x="4883852" y="5962449"/>
            <a:ext cx="3862583" cy="2006600"/>
          </a:xfrm>
          <a:prstGeom prst="rect">
            <a:avLst/>
          </a:prstGeom>
        </p:spPr>
        <p:txBody>
          <a:bodyPr anchor="t" rtlCol="false" tIns="0" lIns="0" bIns="0" rIns="0">
            <a:spAutoFit/>
          </a:bodyPr>
          <a:lstStyle/>
          <a:p>
            <a:pPr algn="ctr">
              <a:lnSpc>
                <a:spcPts val="3999"/>
              </a:lnSpc>
            </a:pPr>
            <a:r>
              <a:rPr lang="en-US" sz="2499">
                <a:solidFill>
                  <a:srgbClr val="000000"/>
                </a:solidFill>
                <a:latin typeface="Poppins"/>
                <a:ea typeface="Poppins"/>
                <a:cs typeface="Poppins"/>
                <a:sym typeface="Poppins"/>
              </a:rPr>
              <a:t>PYTHON</a:t>
            </a:r>
          </a:p>
          <a:p>
            <a:pPr algn="ctr">
              <a:lnSpc>
                <a:spcPts val="3999"/>
              </a:lnSpc>
            </a:pPr>
            <a:r>
              <a:rPr lang="en-US" sz="2499">
                <a:solidFill>
                  <a:srgbClr val="000000"/>
                </a:solidFill>
                <a:latin typeface="Poppins"/>
                <a:ea typeface="Poppins"/>
                <a:cs typeface="Poppins"/>
                <a:sym typeface="Poppins"/>
              </a:rPr>
              <a:t>with</a:t>
            </a:r>
          </a:p>
          <a:p>
            <a:pPr algn="ctr">
              <a:lnSpc>
                <a:spcPts val="3999"/>
              </a:lnSpc>
            </a:pPr>
            <a:r>
              <a:rPr lang="en-US" sz="2499">
                <a:solidFill>
                  <a:srgbClr val="000000"/>
                </a:solidFill>
                <a:latin typeface="Poppins"/>
                <a:ea typeface="Poppins"/>
                <a:cs typeface="Poppins"/>
                <a:sym typeface="Poppins"/>
              </a:rPr>
              <a:t>DJANGO</a:t>
            </a:r>
          </a:p>
          <a:p>
            <a:pPr algn="ctr">
              <a:lnSpc>
                <a:spcPts val="3999"/>
              </a:lnSpc>
            </a:pPr>
            <a:r>
              <a:rPr lang="en-US" sz="2499">
                <a:solidFill>
                  <a:srgbClr val="000000"/>
                </a:solidFill>
                <a:latin typeface="Poppins"/>
                <a:ea typeface="Poppins"/>
                <a:cs typeface="Poppins"/>
                <a:sym typeface="Poppins"/>
              </a:rPr>
              <a:t>FRAMEWORK</a:t>
            </a:r>
          </a:p>
        </p:txBody>
      </p:sp>
      <p:sp>
        <p:nvSpPr>
          <p:cNvPr name="TextBox 9" id="9"/>
          <p:cNvSpPr txBox="true"/>
          <p:nvPr/>
        </p:nvSpPr>
        <p:spPr>
          <a:xfrm rot="0">
            <a:off x="9331752" y="5933874"/>
            <a:ext cx="3862583" cy="600075"/>
          </a:xfrm>
          <a:prstGeom prst="rect">
            <a:avLst/>
          </a:prstGeom>
        </p:spPr>
        <p:txBody>
          <a:bodyPr anchor="t" rtlCol="false" tIns="0" lIns="0" bIns="0" rIns="0">
            <a:spAutoFit/>
          </a:bodyPr>
          <a:lstStyle/>
          <a:p>
            <a:pPr algn="ctr">
              <a:lnSpc>
                <a:spcPts val="4800"/>
              </a:lnSpc>
            </a:pPr>
            <a:r>
              <a:rPr lang="en-US" sz="3000">
                <a:solidFill>
                  <a:srgbClr val="000000"/>
                </a:solidFill>
                <a:latin typeface="Poppins"/>
                <a:ea typeface="Poppins"/>
                <a:cs typeface="Poppins"/>
                <a:sym typeface="Poppins"/>
              </a:rPr>
              <a:t>SQLite3</a:t>
            </a:r>
          </a:p>
        </p:txBody>
      </p:sp>
      <p:grpSp>
        <p:nvGrpSpPr>
          <p:cNvPr name="Group 10" id="10"/>
          <p:cNvGrpSpPr/>
          <p:nvPr/>
        </p:nvGrpSpPr>
        <p:grpSpPr>
          <a:xfrm rot="0">
            <a:off x="2890952" y="4695825"/>
            <a:ext cx="280984" cy="278202"/>
            <a:chOff x="0" y="0"/>
            <a:chExt cx="1008785" cy="998798"/>
          </a:xfrm>
        </p:grpSpPr>
        <p:sp>
          <p:nvSpPr>
            <p:cNvPr name="Freeform 11" id="11"/>
            <p:cNvSpPr/>
            <p:nvPr/>
          </p:nvSpPr>
          <p:spPr>
            <a:xfrm flipH="false" flipV="false" rot="0">
              <a:off x="31750" y="31750"/>
              <a:ext cx="945285" cy="935298"/>
            </a:xfrm>
            <a:custGeom>
              <a:avLst/>
              <a:gdLst/>
              <a:ahLst/>
              <a:cxnLst/>
              <a:rect r="r" b="b" t="t" l="l"/>
              <a:pathLst>
                <a:path h="935298" w="945285">
                  <a:moveTo>
                    <a:pt x="852575" y="935298"/>
                  </a:moveTo>
                  <a:lnTo>
                    <a:pt x="92710" y="935298"/>
                  </a:lnTo>
                  <a:cubicBezTo>
                    <a:pt x="41910" y="935298"/>
                    <a:pt x="0" y="893388"/>
                    <a:pt x="0" y="842588"/>
                  </a:cubicBezTo>
                  <a:lnTo>
                    <a:pt x="0" y="92710"/>
                  </a:lnTo>
                  <a:cubicBezTo>
                    <a:pt x="0" y="41910"/>
                    <a:pt x="41910" y="0"/>
                    <a:pt x="92710" y="0"/>
                  </a:cubicBezTo>
                  <a:lnTo>
                    <a:pt x="851305" y="0"/>
                  </a:lnTo>
                  <a:cubicBezTo>
                    <a:pt x="902105" y="0"/>
                    <a:pt x="944015" y="41910"/>
                    <a:pt x="944015" y="92710"/>
                  </a:cubicBezTo>
                  <a:lnTo>
                    <a:pt x="944015" y="841319"/>
                  </a:lnTo>
                  <a:cubicBezTo>
                    <a:pt x="945285" y="893388"/>
                    <a:pt x="903375" y="935298"/>
                    <a:pt x="852575" y="935298"/>
                  </a:cubicBezTo>
                  <a:close/>
                </a:path>
              </a:pathLst>
            </a:custGeom>
            <a:solidFill>
              <a:srgbClr val="B91646"/>
            </a:solidFill>
          </p:spPr>
        </p:sp>
        <p:sp>
          <p:nvSpPr>
            <p:cNvPr name="Freeform 12" id="12"/>
            <p:cNvSpPr/>
            <p:nvPr/>
          </p:nvSpPr>
          <p:spPr>
            <a:xfrm flipH="false" flipV="false" rot="0">
              <a:off x="0" y="0"/>
              <a:ext cx="1008785" cy="998799"/>
            </a:xfrm>
            <a:custGeom>
              <a:avLst/>
              <a:gdLst/>
              <a:ahLst/>
              <a:cxnLst/>
              <a:rect r="r" b="b" t="t" l="l"/>
              <a:pathLst>
                <a:path h="998799" w="1008785">
                  <a:moveTo>
                    <a:pt x="884325" y="59690"/>
                  </a:moveTo>
                  <a:cubicBezTo>
                    <a:pt x="919885" y="59690"/>
                    <a:pt x="949095" y="88900"/>
                    <a:pt x="949095" y="124460"/>
                  </a:cubicBezTo>
                  <a:lnTo>
                    <a:pt x="949095" y="874339"/>
                  </a:lnTo>
                  <a:cubicBezTo>
                    <a:pt x="949095" y="909899"/>
                    <a:pt x="919885" y="939108"/>
                    <a:pt x="884325" y="939108"/>
                  </a:cubicBezTo>
                  <a:lnTo>
                    <a:pt x="124460" y="939108"/>
                  </a:lnTo>
                  <a:cubicBezTo>
                    <a:pt x="88900" y="939108"/>
                    <a:pt x="59690" y="909899"/>
                    <a:pt x="59690" y="874339"/>
                  </a:cubicBezTo>
                  <a:lnTo>
                    <a:pt x="59690" y="124460"/>
                  </a:lnTo>
                  <a:cubicBezTo>
                    <a:pt x="59690" y="88900"/>
                    <a:pt x="88900" y="59690"/>
                    <a:pt x="124460" y="59690"/>
                  </a:cubicBezTo>
                  <a:lnTo>
                    <a:pt x="884325" y="59690"/>
                  </a:lnTo>
                  <a:moveTo>
                    <a:pt x="884325" y="0"/>
                  </a:moveTo>
                  <a:lnTo>
                    <a:pt x="124460" y="0"/>
                  </a:lnTo>
                  <a:cubicBezTo>
                    <a:pt x="55880" y="0"/>
                    <a:pt x="0" y="55880"/>
                    <a:pt x="0" y="124460"/>
                  </a:cubicBezTo>
                  <a:lnTo>
                    <a:pt x="0" y="874339"/>
                  </a:lnTo>
                  <a:cubicBezTo>
                    <a:pt x="0" y="942919"/>
                    <a:pt x="55880" y="998799"/>
                    <a:pt x="124460" y="998799"/>
                  </a:cubicBezTo>
                  <a:lnTo>
                    <a:pt x="884325" y="998799"/>
                  </a:lnTo>
                  <a:cubicBezTo>
                    <a:pt x="952905" y="998799"/>
                    <a:pt x="1008785" y="942919"/>
                    <a:pt x="1008785" y="874339"/>
                  </a:cubicBezTo>
                  <a:lnTo>
                    <a:pt x="1008785" y="124460"/>
                  </a:lnTo>
                  <a:cubicBezTo>
                    <a:pt x="1008785" y="55880"/>
                    <a:pt x="952905" y="0"/>
                    <a:pt x="884325" y="0"/>
                  </a:cubicBezTo>
                  <a:close/>
                </a:path>
              </a:pathLst>
            </a:custGeom>
            <a:solidFill>
              <a:srgbClr val="000000"/>
            </a:solidFill>
          </p:spPr>
        </p:sp>
      </p:grpSp>
      <p:grpSp>
        <p:nvGrpSpPr>
          <p:cNvPr name="Group 13" id="13"/>
          <p:cNvGrpSpPr/>
          <p:nvPr/>
        </p:nvGrpSpPr>
        <p:grpSpPr>
          <a:xfrm rot="0">
            <a:off x="6674651" y="4695825"/>
            <a:ext cx="280984" cy="278202"/>
            <a:chOff x="0" y="0"/>
            <a:chExt cx="1008785" cy="998798"/>
          </a:xfrm>
        </p:grpSpPr>
        <p:sp>
          <p:nvSpPr>
            <p:cNvPr name="Freeform 14" id="14"/>
            <p:cNvSpPr/>
            <p:nvPr/>
          </p:nvSpPr>
          <p:spPr>
            <a:xfrm flipH="false" flipV="false" rot="0">
              <a:off x="31750" y="31750"/>
              <a:ext cx="945285" cy="935298"/>
            </a:xfrm>
            <a:custGeom>
              <a:avLst/>
              <a:gdLst/>
              <a:ahLst/>
              <a:cxnLst/>
              <a:rect r="r" b="b" t="t" l="l"/>
              <a:pathLst>
                <a:path h="935298" w="945285">
                  <a:moveTo>
                    <a:pt x="852575" y="935298"/>
                  </a:moveTo>
                  <a:lnTo>
                    <a:pt x="92710" y="935298"/>
                  </a:lnTo>
                  <a:cubicBezTo>
                    <a:pt x="41910" y="935298"/>
                    <a:pt x="0" y="893388"/>
                    <a:pt x="0" y="842588"/>
                  </a:cubicBezTo>
                  <a:lnTo>
                    <a:pt x="0" y="92710"/>
                  </a:lnTo>
                  <a:cubicBezTo>
                    <a:pt x="0" y="41910"/>
                    <a:pt x="41910" y="0"/>
                    <a:pt x="92710" y="0"/>
                  </a:cubicBezTo>
                  <a:lnTo>
                    <a:pt x="851305" y="0"/>
                  </a:lnTo>
                  <a:cubicBezTo>
                    <a:pt x="902105" y="0"/>
                    <a:pt x="944015" y="41910"/>
                    <a:pt x="944015" y="92710"/>
                  </a:cubicBezTo>
                  <a:lnTo>
                    <a:pt x="944015" y="841319"/>
                  </a:lnTo>
                  <a:cubicBezTo>
                    <a:pt x="945285" y="893388"/>
                    <a:pt x="903375" y="935298"/>
                    <a:pt x="852575" y="935298"/>
                  </a:cubicBezTo>
                  <a:close/>
                </a:path>
              </a:pathLst>
            </a:custGeom>
            <a:solidFill>
              <a:srgbClr val="105652"/>
            </a:solidFill>
          </p:spPr>
        </p:sp>
        <p:sp>
          <p:nvSpPr>
            <p:cNvPr name="Freeform 15" id="15"/>
            <p:cNvSpPr/>
            <p:nvPr/>
          </p:nvSpPr>
          <p:spPr>
            <a:xfrm flipH="false" flipV="false" rot="0">
              <a:off x="0" y="0"/>
              <a:ext cx="1008785" cy="998799"/>
            </a:xfrm>
            <a:custGeom>
              <a:avLst/>
              <a:gdLst/>
              <a:ahLst/>
              <a:cxnLst/>
              <a:rect r="r" b="b" t="t" l="l"/>
              <a:pathLst>
                <a:path h="998799" w="1008785">
                  <a:moveTo>
                    <a:pt x="884325" y="59690"/>
                  </a:moveTo>
                  <a:cubicBezTo>
                    <a:pt x="919885" y="59690"/>
                    <a:pt x="949095" y="88900"/>
                    <a:pt x="949095" y="124460"/>
                  </a:cubicBezTo>
                  <a:lnTo>
                    <a:pt x="949095" y="874339"/>
                  </a:lnTo>
                  <a:cubicBezTo>
                    <a:pt x="949095" y="909899"/>
                    <a:pt x="919885" y="939108"/>
                    <a:pt x="884325" y="939108"/>
                  </a:cubicBezTo>
                  <a:lnTo>
                    <a:pt x="124460" y="939108"/>
                  </a:lnTo>
                  <a:cubicBezTo>
                    <a:pt x="88900" y="939108"/>
                    <a:pt x="59690" y="909899"/>
                    <a:pt x="59690" y="874339"/>
                  </a:cubicBezTo>
                  <a:lnTo>
                    <a:pt x="59690" y="124460"/>
                  </a:lnTo>
                  <a:cubicBezTo>
                    <a:pt x="59690" y="88900"/>
                    <a:pt x="88900" y="59690"/>
                    <a:pt x="124460" y="59690"/>
                  </a:cubicBezTo>
                  <a:lnTo>
                    <a:pt x="884325" y="59690"/>
                  </a:lnTo>
                  <a:moveTo>
                    <a:pt x="884325" y="0"/>
                  </a:moveTo>
                  <a:lnTo>
                    <a:pt x="124460" y="0"/>
                  </a:lnTo>
                  <a:cubicBezTo>
                    <a:pt x="55880" y="0"/>
                    <a:pt x="0" y="55880"/>
                    <a:pt x="0" y="124460"/>
                  </a:cubicBezTo>
                  <a:lnTo>
                    <a:pt x="0" y="874339"/>
                  </a:lnTo>
                  <a:cubicBezTo>
                    <a:pt x="0" y="942919"/>
                    <a:pt x="55880" y="998799"/>
                    <a:pt x="124460" y="998799"/>
                  </a:cubicBezTo>
                  <a:lnTo>
                    <a:pt x="884325" y="998799"/>
                  </a:lnTo>
                  <a:cubicBezTo>
                    <a:pt x="952905" y="998799"/>
                    <a:pt x="1008785" y="942919"/>
                    <a:pt x="1008785" y="874339"/>
                  </a:cubicBezTo>
                  <a:lnTo>
                    <a:pt x="1008785" y="124460"/>
                  </a:lnTo>
                  <a:cubicBezTo>
                    <a:pt x="1008785" y="55880"/>
                    <a:pt x="952905" y="0"/>
                    <a:pt x="884325" y="0"/>
                  </a:cubicBezTo>
                  <a:close/>
                </a:path>
              </a:pathLst>
            </a:custGeom>
            <a:solidFill>
              <a:srgbClr val="000000"/>
            </a:solidFill>
          </p:spPr>
        </p:sp>
      </p:grpSp>
      <p:grpSp>
        <p:nvGrpSpPr>
          <p:cNvPr name="Group 16" id="16"/>
          <p:cNvGrpSpPr/>
          <p:nvPr/>
        </p:nvGrpSpPr>
        <p:grpSpPr>
          <a:xfrm rot="0">
            <a:off x="11046051" y="4695825"/>
            <a:ext cx="280984" cy="278202"/>
            <a:chOff x="0" y="0"/>
            <a:chExt cx="1008785" cy="998798"/>
          </a:xfrm>
        </p:grpSpPr>
        <p:sp>
          <p:nvSpPr>
            <p:cNvPr name="Freeform 17" id="17"/>
            <p:cNvSpPr/>
            <p:nvPr/>
          </p:nvSpPr>
          <p:spPr>
            <a:xfrm flipH="false" flipV="false" rot="0">
              <a:off x="31750" y="31750"/>
              <a:ext cx="945285" cy="935298"/>
            </a:xfrm>
            <a:custGeom>
              <a:avLst/>
              <a:gdLst/>
              <a:ahLst/>
              <a:cxnLst/>
              <a:rect r="r" b="b" t="t" l="l"/>
              <a:pathLst>
                <a:path h="935298" w="945285">
                  <a:moveTo>
                    <a:pt x="852575" y="935298"/>
                  </a:moveTo>
                  <a:lnTo>
                    <a:pt x="92710" y="935298"/>
                  </a:lnTo>
                  <a:cubicBezTo>
                    <a:pt x="41910" y="935298"/>
                    <a:pt x="0" y="893388"/>
                    <a:pt x="0" y="842588"/>
                  </a:cubicBezTo>
                  <a:lnTo>
                    <a:pt x="0" y="92710"/>
                  </a:lnTo>
                  <a:cubicBezTo>
                    <a:pt x="0" y="41910"/>
                    <a:pt x="41910" y="0"/>
                    <a:pt x="92710" y="0"/>
                  </a:cubicBezTo>
                  <a:lnTo>
                    <a:pt x="851305" y="0"/>
                  </a:lnTo>
                  <a:cubicBezTo>
                    <a:pt x="902105" y="0"/>
                    <a:pt x="944015" y="41910"/>
                    <a:pt x="944015" y="92710"/>
                  </a:cubicBezTo>
                  <a:lnTo>
                    <a:pt x="944015" y="841319"/>
                  </a:lnTo>
                  <a:cubicBezTo>
                    <a:pt x="945285" y="893388"/>
                    <a:pt x="903375" y="935298"/>
                    <a:pt x="852575" y="935298"/>
                  </a:cubicBezTo>
                  <a:close/>
                </a:path>
              </a:pathLst>
            </a:custGeom>
            <a:solidFill>
              <a:srgbClr val="F9C041"/>
            </a:solidFill>
          </p:spPr>
        </p:sp>
        <p:sp>
          <p:nvSpPr>
            <p:cNvPr name="Freeform 18" id="18"/>
            <p:cNvSpPr/>
            <p:nvPr/>
          </p:nvSpPr>
          <p:spPr>
            <a:xfrm flipH="false" flipV="false" rot="0">
              <a:off x="0" y="0"/>
              <a:ext cx="1008785" cy="998799"/>
            </a:xfrm>
            <a:custGeom>
              <a:avLst/>
              <a:gdLst/>
              <a:ahLst/>
              <a:cxnLst/>
              <a:rect r="r" b="b" t="t" l="l"/>
              <a:pathLst>
                <a:path h="998799" w="1008785">
                  <a:moveTo>
                    <a:pt x="884325" y="59690"/>
                  </a:moveTo>
                  <a:cubicBezTo>
                    <a:pt x="919885" y="59690"/>
                    <a:pt x="949095" y="88900"/>
                    <a:pt x="949095" y="124460"/>
                  </a:cubicBezTo>
                  <a:lnTo>
                    <a:pt x="949095" y="874339"/>
                  </a:lnTo>
                  <a:cubicBezTo>
                    <a:pt x="949095" y="909899"/>
                    <a:pt x="919885" y="939108"/>
                    <a:pt x="884325" y="939108"/>
                  </a:cubicBezTo>
                  <a:lnTo>
                    <a:pt x="124460" y="939108"/>
                  </a:lnTo>
                  <a:cubicBezTo>
                    <a:pt x="88900" y="939108"/>
                    <a:pt x="59690" y="909899"/>
                    <a:pt x="59690" y="874339"/>
                  </a:cubicBezTo>
                  <a:lnTo>
                    <a:pt x="59690" y="124460"/>
                  </a:lnTo>
                  <a:cubicBezTo>
                    <a:pt x="59690" y="88900"/>
                    <a:pt x="88900" y="59690"/>
                    <a:pt x="124460" y="59690"/>
                  </a:cubicBezTo>
                  <a:lnTo>
                    <a:pt x="884325" y="59690"/>
                  </a:lnTo>
                  <a:moveTo>
                    <a:pt x="884325" y="0"/>
                  </a:moveTo>
                  <a:lnTo>
                    <a:pt x="124460" y="0"/>
                  </a:lnTo>
                  <a:cubicBezTo>
                    <a:pt x="55880" y="0"/>
                    <a:pt x="0" y="55880"/>
                    <a:pt x="0" y="124460"/>
                  </a:cubicBezTo>
                  <a:lnTo>
                    <a:pt x="0" y="874339"/>
                  </a:lnTo>
                  <a:cubicBezTo>
                    <a:pt x="0" y="942919"/>
                    <a:pt x="55880" y="998799"/>
                    <a:pt x="124460" y="998799"/>
                  </a:cubicBezTo>
                  <a:lnTo>
                    <a:pt x="884325" y="998799"/>
                  </a:lnTo>
                  <a:cubicBezTo>
                    <a:pt x="952905" y="998799"/>
                    <a:pt x="1008785" y="942919"/>
                    <a:pt x="1008785" y="874339"/>
                  </a:cubicBezTo>
                  <a:lnTo>
                    <a:pt x="1008785" y="124460"/>
                  </a:lnTo>
                  <a:cubicBezTo>
                    <a:pt x="1008785" y="55880"/>
                    <a:pt x="952905" y="0"/>
                    <a:pt x="884325" y="0"/>
                  </a:cubicBezTo>
                  <a:close/>
                </a:path>
              </a:pathLst>
            </a:custGeom>
            <a:solidFill>
              <a:srgbClr val="000000"/>
            </a:solidFill>
          </p:spPr>
        </p:sp>
      </p:grpSp>
      <p:sp>
        <p:nvSpPr>
          <p:cNvPr name="TextBox 19" id="19"/>
          <p:cNvSpPr txBox="true"/>
          <p:nvPr/>
        </p:nvSpPr>
        <p:spPr>
          <a:xfrm rot="0">
            <a:off x="1288569" y="5200400"/>
            <a:ext cx="3576232" cy="781050"/>
          </a:xfrm>
          <a:prstGeom prst="rect">
            <a:avLst/>
          </a:prstGeom>
        </p:spPr>
        <p:txBody>
          <a:bodyPr anchor="t" rtlCol="false" tIns="0" lIns="0" bIns="0" rIns="0">
            <a:spAutoFit/>
          </a:bodyPr>
          <a:lstStyle/>
          <a:p>
            <a:pPr algn="ctr">
              <a:lnSpc>
                <a:spcPts val="6299"/>
              </a:lnSpc>
            </a:pPr>
            <a:r>
              <a:rPr lang="en-US" sz="4500" b="true">
                <a:solidFill>
                  <a:srgbClr val="000000"/>
                </a:solidFill>
                <a:latin typeface="Bebas Neue Bold"/>
                <a:ea typeface="Bebas Neue Bold"/>
                <a:cs typeface="Bebas Neue Bold"/>
                <a:sym typeface="Bebas Neue Bold"/>
              </a:rPr>
              <a:t>ui design</a:t>
            </a:r>
          </a:p>
        </p:txBody>
      </p:sp>
      <p:sp>
        <p:nvSpPr>
          <p:cNvPr name="TextBox 20" id="20"/>
          <p:cNvSpPr txBox="true"/>
          <p:nvPr/>
        </p:nvSpPr>
        <p:spPr>
          <a:xfrm rot="0">
            <a:off x="4413423" y="5200400"/>
            <a:ext cx="4985004" cy="781050"/>
          </a:xfrm>
          <a:prstGeom prst="rect">
            <a:avLst/>
          </a:prstGeom>
        </p:spPr>
        <p:txBody>
          <a:bodyPr anchor="t" rtlCol="false" tIns="0" lIns="0" bIns="0" rIns="0">
            <a:spAutoFit/>
          </a:bodyPr>
          <a:lstStyle/>
          <a:p>
            <a:pPr algn="ctr">
              <a:lnSpc>
                <a:spcPts val="6299"/>
              </a:lnSpc>
            </a:pPr>
            <a:r>
              <a:rPr lang="en-US" sz="4500" b="true">
                <a:solidFill>
                  <a:srgbClr val="000000"/>
                </a:solidFill>
                <a:latin typeface="Bebas Neue Bold"/>
                <a:ea typeface="Bebas Neue Bold"/>
                <a:cs typeface="Bebas Neue Bold"/>
                <a:sym typeface="Bebas Neue Bold"/>
              </a:rPr>
              <a:t>prpogramming languages</a:t>
            </a:r>
          </a:p>
        </p:txBody>
      </p:sp>
      <p:sp>
        <p:nvSpPr>
          <p:cNvPr name="TextBox 21" id="21"/>
          <p:cNvSpPr txBox="true"/>
          <p:nvPr/>
        </p:nvSpPr>
        <p:spPr>
          <a:xfrm rot="0">
            <a:off x="9398427" y="5200400"/>
            <a:ext cx="3576232" cy="781050"/>
          </a:xfrm>
          <a:prstGeom prst="rect">
            <a:avLst/>
          </a:prstGeom>
        </p:spPr>
        <p:txBody>
          <a:bodyPr anchor="t" rtlCol="false" tIns="0" lIns="0" bIns="0" rIns="0">
            <a:spAutoFit/>
          </a:bodyPr>
          <a:lstStyle/>
          <a:p>
            <a:pPr algn="ctr">
              <a:lnSpc>
                <a:spcPts val="6299"/>
              </a:lnSpc>
            </a:pPr>
            <a:r>
              <a:rPr lang="en-US" sz="4500" b="true">
                <a:solidFill>
                  <a:srgbClr val="000000"/>
                </a:solidFill>
                <a:latin typeface="Bebas Neue Bold"/>
                <a:ea typeface="Bebas Neue Bold"/>
                <a:cs typeface="Bebas Neue Bold"/>
                <a:sym typeface="Bebas Neue Bold"/>
              </a:rPr>
              <a:t>DATABASE</a:t>
            </a:r>
          </a:p>
        </p:txBody>
      </p:sp>
      <p:sp>
        <p:nvSpPr>
          <p:cNvPr name="TextBox 22" id="22"/>
          <p:cNvSpPr txBox="true"/>
          <p:nvPr/>
        </p:nvSpPr>
        <p:spPr>
          <a:xfrm rot="0">
            <a:off x="12869884" y="5200400"/>
            <a:ext cx="3576232" cy="781050"/>
          </a:xfrm>
          <a:prstGeom prst="rect">
            <a:avLst/>
          </a:prstGeom>
        </p:spPr>
        <p:txBody>
          <a:bodyPr anchor="t" rtlCol="false" tIns="0" lIns="0" bIns="0" rIns="0">
            <a:spAutoFit/>
          </a:bodyPr>
          <a:lstStyle/>
          <a:p>
            <a:pPr algn="ctr">
              <a:lnSpc>
                <a:spcPts val="6299"/>
              </a:lnSpc>
            </a:pPr>
            <a:r>
              <a:rPr lang="en-US" sz="4500" b="true">
                <a:solidFill>
                  <a:srgbClr val="000000"/>
                </a:solidFill>
                <a:latin typeface="Bebas Neue Bold"/>
                <a:ea typeface="Bebas Neue Bold"/>
                <a:cs typeface="Bebas Neue Bold"/>
                <a:sym typeface="Bebas Neue Bold"/>
              </a:rPr>
              <a:t>IDE</a:t>
            </a:r>
          </a:p>
        </p:txBody>
      </p:sp>
      <p:grpSp>
        <p:nvGrpSpPr>
          <p:cNvPr name="Group 23" id="23"/>
          <p:cNvGrpSpPr/>
          <p:nvPr/>
        </p:nvGrpSpPr>
        <p:grpSpPr>
          <a:xfrm rot="0">
            <a:off x="14477639" y="4691063"/>
            <a:ext cx="280984" cy="278202"/>
            <a:chOff x="0" y="0"/>
            <a:chExt cx="1008785" cy="998798"/>
          </a:xfrm>
        </p:grpSpPr>
        <p:sp>
          <p:nvSpPr>
            <p:cNvPr name="Freeform 24" id="24"/>
            <p:cNvSpPr/>
            <p:nvPr/>
          </p:nvSpPr>
          <p:spPr>
            <a:xfrm flipH="false" flipV="false" rot="0">
              <a:off x="31750" y="31750"/>
              <a:ext cx="945285" cy="935298"/>
            </a:xfrm>
            <a:custGeom>
              <a:avLst/>
              <a:gdLst/>
              <a:ahLst/>
              <a:cxnLst/>
              <a:rect r="r" b="b" t="t" l="l"/>
              <a:pathLst>
                <a:path h="935298" w="945285">
                  <a:moveTo>
                    <a:pt x="852575" y="935298"/>
                  </a:moveTo>
                  <a:lnTo>
                    <a:pt x="92710" y="935298"/>
                  </a:lnTo>
                  <a:cubicBezTo>
                    <a:pt x="41910" y="935298"/>
                    <a:pt x="0" y="893388"/>
                    <a:pt x="0" y="842588"/>
                  </a:cubicBezTo>
                  <a:lnTo>
                    <a:pt x="0" y="92710"/>
                  </a:lnTo>
                  <a:cubicBezTo>
                    <a:pt x="0" y="41910"/>
                    <a:pt x="41910" y="0"/>
                    <a:pt x="92710" y="0"/>
                  </a:cubicBezTo>
                  <a:lnTo>
                    <a:pt x="851305" y="0"/>
                  </a:lnTo>
                  <a:cubicBezTo>
                    <a:pt x="902105" y="0"/>
                    <a:pt x="944015" y="41910"/>
                    <a:pt x="944015" y="92710"/>
                  </a:cubicBezTo>
                  <a:lnTo>
                    <a:pt x="944015" y="841319"/>
                  </a:lnTo>
                  <a:cubicBezTo>
                    <a:pt x="945285" y="893388"/>
                    <a:pt x="903375" y="935298"/>
                    <a:pt x="852575" y="935298"/>
                  </a:cubicBezTo>
                  <a:close/>
                </a:path>
              </a:pathLst>
            </a:custGeom>
            <a:solidFill>
              <a:srgbClr val="3D9FE9"/>
            </a:solidFill>
          </p:spPr>
        </p:sp>
        <p:sp>
          <p:nvSpPr>
            <p:cNvPr name="Freeform 25" id="25"/>
            <p:cNvSpPr/>
            <p:nvPr/>
          </p:nvSpPr>
          <p:spPr>
            <a:xfrm flipH="false" flipV="false" rot="0">
              <a:off x="0" y="0"/>
              <a:ext cx="1008785" cy="998799"/>
            </a:xfrm>
            <a:custGeom>
              <a:avLst/>
              <a:gdLst/>
              <a:ahLst/>
              <a:cxnLst/>
              <a:rect r="r" b="b" t="t" l="l"/>
              <a:pathLst>
                <a:path h="998799" w="1008785">
                  <a:moveTo>
                    <a:pt x="884325" y="59690"/>
                  </a:moveTo>
                  <a:cubicBezTo>
                    <a:pt x="919885" y="59690"/>
                    <a:pt x="949095" y="88900"/>
                    <a:pt x="949095" y="124460"/>
                  </a:cubicBezTo>
                  <a:lnTo>
                    <a:pt x="949095" y="874339"/>
                  </a:lnTo>
                  <a:cubicBezTo>
                    <a:pt x="949095" y="909899"/>
                    <a:pt x="919885" y="939108"/>
                    <a:pt x="884325" y="939108"/>
                  </a:cubicBezTo>
                  <a:lnTo>
                    <a:pt x="124460" y="939108"/>
                  </a:lnTo>
                  <a:cubicBezTo>
                    <a:pt x="88900" y="939108"/>
                    <a:pt x="59690" y="909899"/>
                    <a:pt x="59690" y="874339"/>
                  </a:cubicBezTo>
                  <a:lnTo>
                    <a:pt x="59690" y="124460"/>
                  </a:lnTo>
                  <a:cubicBezTo>
                    <a:pt x="59690" y="88900"/>
                    <a:pt x="88900" y="59690"/>
                    <a:pt x="124460" y="59690"/>
                  </a:cubicBezTo>
                  <a:lnTo>
                    <a:pt x="884325" y="59690"/>
                  </a:lnTo>
                  <a:moveTo>
                    <a:pt x="884325" y="0"/>
                  </a:moveTo>
                  <a:lnTo>
                    <a:pt x="124460" y="0"/>
                  </a:lnTo>
                  <a:cubicBezTo>
                    <a:pt x="55880" y="0"/>
                    <a:pt x="0" y="55880"/>
                    <a:pt x="0" y="124460"/>
                  </a:cubicBezTo>
                  <a:lnTo>
                    <a:pt x="0" y="874339"/>
                  </a:lnTo>
                  <a:cubicBezTo>
                    <a:pt x="0" y="942919"/>
                    <a:pt x="55880" y="998799"/>
                    <a:pt x="124460" y="998799"/>
                  </a:cubicBezTo>
                  <a:lnTo>
                    <a:pt x="884325" y="998799"/>
                  </a:lnTo>
                  <a:cubicBezTo>
                    <a:pt x="952905" y="998799"/>
                    <a:pt x="1008785" y="942919"/>
                    <a:pt x="1008785" y="874339"/>
                  </a:cubicBezTo>
                  <a:lnTo>
                    <a:pt x="1008785" y="124460"/>
                  </a:lnTo>
                  <a:cubicBezTo>
                    <a:pt x="1008785" y="55880"/>
                    <a:pt x="952905" y="0"/>
                    <a:pt x="884325" y="0"/>
                  </a:cubicBezTo>
                  <a:close/>
                </a:path>
              </a:pathLst>
            </a:custGeom>
            <a:solidFill>
              <a:srgbClr val="000000"/>
            </a:solidFill>
          </p:spPr>
        </p:sp>
      </p:grpSp>
      <p:sp>
        <p:nvSpPr>
          <p:cNvPr name="TextBox 26" id="26"/>
          <p:cNvSpPr txBox="true"/>
          <p:nvPr/>
        </p:nvSpPr>
        <p:spPr>
          <a:xfrm rot="0">
            <a:off x="12726709" y="6010972"/>
            <a:ext cx="3862583" cy="600075"/>
          </a:xfrm>
          <a:prstGeom prst="rect">
            <a:avLst/>
          </a:prstGeom>
        </p:spPr>
        <p:txBody>
          <a:bodyPr anchor="t" rtlCol="false" tIns="0" lIns="0" bIns="0" rIns="0">
            <a:spAutoFit/>
          </a:bodyPr>
          <a:lstStyle/>
          <a:p>
            <a:pPr algn="ctr">
              <a:lnSpc>
                <a:spcPts val="4800"/>
              </a:lnSpc>
            </a:pPr>
            <a:r>
              <a:rPr lang="en-US" sz="3000">
                <a:solidFill>
                  <a:srgbClr val="000000"/>
                </a:solidFill>
                <a:latin typeface="Poppins"/>
                <a:ea typeface="Poppins"/>
                <a:cs typeface="Poppins"/>
                <a:sym typeface="Poppins"/>
              </a:rPr>
              <a:t>VS Code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3E4"/>
        </a:solidFill>
      </p:bgPr>
    </p:bg>
    <p:spTree>
      <p:nvGrpSpPr>
        <p:cNvPr id="1" name=""/>
        <p:cNvGrpSpPr/>
        <p:nvPr/>
      </p:nvGrpSpPr>
      <p:grpSpPr>
        <a:xfrm>
          <a:off x="0" y="0"/>
          <a:ext cx="0" cy="0"/>
          <a:chOff x="0" y="0"/>
          <a:chExt cx="0" cy="0"/>
        </a:xfrm>
      </p:grpSpPr>
      <p:sp>
        <p:nvSpPr>
          <p:cNvPr name="Freeform 2" id="2"/>
          <p:cNvSpPr/>
          <p:nvPr/>
        </p:nvSpPr>
        <p:spPr>
          <a:xfrm flipH="false" flipV="false" rot="0">
            <a:off x="764868" y="3425119"/>
            <a:ext cx="16916933" cy="5489395"/>
          </a:xfrm>
          <a:custGeom>
            <a:avLst/>
            <a:gdLst/>
            <a:ahLst/>
            <a:cxnLst/>
            <a:rect r="r" b="b" t="t" l="l"/>
            <a:pathLst>
              <a:path h="5489395" w="16916933">
                <a:moveTo>
                  <a:pt x="0" y="0"/>
                </a:moveTo>
                <a:lnTo>
                  <a:pt x="16916934" y="0"/>
                </a:lnTo>
                <a:lnTo>
                  <a:pt x="16916934" y="5489395"/>
                </a:lnTo>
                <a:lnTo>
                  <a:pt x="0" y="5489395"/>
                </a:lnTo>
                <a:lnTo>
                  <a:pt x="0" y="0"/>
                </a:lnTo>
                <a:close/>
              </a:path>
            </a:pathLst>
          </a:custGeom>
          <a:blipFill>
            <a:blip r:embed="rId2"/>
            <a:stretch>
              <a:fillRect l="-44" t="-450" r="0" b="-450"/>
            </a:stretch>
          </a:blipFill>
        </p:spPr>
      </p:sp>
      <p:sp>
        <p:nvSpPr>
          <p:cNvPr name="TextBox 3" id="3"/>
          <p:cNvSpPr txBox="true"/>
          <p:nvPr/>
        </p:nvSpPr>
        <p:spPr>
          <a:xfrm rot="0">
            <a:off x="2501434" y="1440794"/>
            <a:ext cx="13285132" cy="939800"/>
          </a:xfrm>
          <a:prstGeom prst="rect">
            <a:avLst/>
          </a:prstGeom>
        </p:spPr>
        <p:txBody>
          <a:bodyPr anchor="t" rtlCol="false" tIns="0" lIns="0" bIns="0" rIns="0">
            <a:spAutoFit/>
          </a:bodyPr>
          <a:lstStyle/>
          <a:p>
            <a:pPr algn="ctr">
              <a:lnSpc>
                <a:spcPts val="6999"/>
              </a:lnSpc>
            </a:pPr>
            <a:r>
              <a:rPr lang="en-US" b="true" sz="6999">
                <a:solidFill>
                  <a:srgbClr val="B91646"/>
                </a:solidFill>
                <a:latin typeface="Bebas Neue Bold"/>
                <a:ea typeface="Bebas Neue Bold"/>
                <a:cs typeface="Bebas Neue Bold"/>
                <a:sym typeface="Bebas Neue Bold"/>
              </a:rPr>
              <a:t>HIGH LEVEL DESIGNING</a:t>
            </a:r>
          </a:p>
        </p:txBody>
      </p:sp>
      <p:sp>
        <p:nvSpPr>
          <p:cNvPr name="AutoShape 4" id="4"/>
          <p:cNvSpPr/>
          <p:nvPr/>
        </p:nvSpPr>
        <p:spPr>
          <a:xfrm>
            <a:off x="1028706" y="9809782"/>
            <a:ext cx="16230600" cy="9525"/>
          </a:xfrm>
          <a:prstGeom prst="line">
            <a:avLst/>
          </a:prstGeom>
          <a:ln cap="flat" w="19050">
            <a:solidFill>
              <a:srgbClr val="000000"/>
            </a:solidFill>
            <a:prstDash val="solid"/>
            <a:headEnd type="none" len="sm" w="sm"/>
            <a:tailEnd type="none" len="sm" w="sm"/>
          </a:ln>
        </p:spPr>
      </p:sp>
      <p:sp>
        <p:nvSpPr>
          <p:cNvPr name="AutoShape 5" id="5"/>
          <p:cNvSpPr/>
          <p:nvPr/>
        </p:nvSpPr>
        <p:spPr>
          <a:xfrm>
            <a:off x="1028706" y="2520326"/>
            <a:ext cx="16230600" cy="9525"/>
          </a:xfrm>
          <a:prstGeom prst="line">
            <a:avLst/>
          </a:prstGeom>
          <a:ln cap="flat" w="19050">
            <a:solidFill>
              <a:srgbClr val="000000"/>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3E4"/>
        </a:solidFill>
      </p:bgPr>
    </p:bg>
    <p:spTree>
      <p:nvGrpSpPr>
        <p:cNvPr id="1" name=""/>
        <p:cNvGrpSpPr/>
        <p:nvPr/>
      </p:nvGrpSpPr>
      <p:grpSpPr>
        <a:xfrm>
          <a:off x="0" y="0"/>
          <a:ext cx="0" cy="0"/>
          <a:chOff x="0" y="0"/>
          <a:chExt cx="0" cy="0"/>
        </a:xfrm>
      </p:grpSpPr>
      <p:sp>
        <p:nvSpPr>
          <p:cNvPr name="Freeform 2" id="2"/>
          <p:cNvSpPr/>
          <p:nvPr/>
        </p:nvSpPr>
        <p:spPr>
          <a:xfrm flipH="false" flipV="false" rot="0">
            <a:off x="764868" y="3425119"/>
            <a:ext cx="16916933" cy="5489395"/>
          </a:xfrm>
          <a:custGeom>
            <a:avLst/>
            <a:gdLst/>
            <a:ahLst/>
            <a:cxnLst/>
            <a:rect r="r" b="b" t="t" l="l"/>
            <a:pathLst>
              <a:path h="5489395" w="16916933">
                <a:moveTo>
                  <a:pt x="0" y="0"/>
                </a:moveTo>
                <a:lnTo>
                  <a:pt x="16916934" y="0"/>
                </a:lnTo>
                <a:lnTo>
                  <a:pt x="16916934" y="5489395"/>
                </a:lnTo>
                <a:lnTo>
                  <a:pt x="0" y="5489395"/>
                </a:lnTo>
                <a:lnTo>
                  <a:pt x="0" y="0"/>
                </a:lnTo>
                <a:close/>
              </a:path>
            </a:pathLst>
          </a:custGeom>
          <a:blipFill>
            <a:blip r:embed="rId2"/>
            <a:stretch>
              <a:fillRect l="0" t="-8833" r="0" b="-8833"/>
            </a:stretch>
          </a:blipFill>
        </p:spPr>
      </p:sp>
      <p:sp>
        <p:nvSpPr>
          <p:cNvPr name="TextBox 3" id="3"/>
          <p:cNvSpPr txBox="true"/>
          <p:nvPr/>
        </p:nvSpPr>
        <p:spPr>
          <a:xfrm rot="0">
            <a:off x="2501434" y="1440794"/>
            <a:ext cx="13285132" cy="939800"/>
          </a:xfrm>
          <a:prstGeom prst="rect">
            <a:avLst/>
          </a:prstGeom>
        </p:spPr>
        <p:txBody>
          <a:bodyPr anchor="t" rtlCol="false" tIns="0" lIns="0" bIns="0" rIns="0">
            <a:spAutoFit/>
          </a:bodyPr>
          <a:lstStyle/>
          <a:p>
            <a:pPr algn="ctr">
              <a:lnSpc>
                <a:spcPts val="6999"/>
              </a:lnSpc>
            </a:pPr>
            <a:r>
              <a:rPr lang="en-US" b="true" sz="6999">
                <a:solidFill>
                  <a:srgbClr val="105652"/>
                </a:solidFill>
                <a:latin typeface="Bebas Neue Bold"/>
                <a:ea typeface="Bebas Neue Bold"/>
                <a:cs typeface="Bebas Neue Bold"/>
                <a:sym typeface="Bebas Neue Bold"/>
              </a:rPr>
              <a:t>ONE LEVEL DFD</a:t>
            </a:r>
          </a:p>
        </p:txBody>
      </p:sp>
      <p:sp>
        <p:nvSpPr>
          <p:cNvPr name="AutoShape 4" id="4"/>
          <p:cNvSpPr/>
          <p:nvPr/>
        </p:nvSpPr>
        <p:spPr>
          <a:xfrm>
            <a:off x="1028706" y="9809782"/>
            <a:ext cx="16230600" cy="9525"/>
          </a:xfrm>
          <a:prstGeom prst="line">
            <a:avLst/>
          </a:prstGeom>
          <a:ln cap="flat" w="19050">
            <a:solidFill>
              <a:srgbClr val="000000"/>
            </a:solidFill>
            <a:prstDash val="solid"/>
            <a:headEnd type="none" len="sm" w="sm"/>
            <a:tailEnd type="none" len="sm" w="sm"/>
          </a:ln>
        </p:spPr>
      </p:sp>
      <p:sp>
        <p:nvSpPr>
          <p:cNvPr name="AutoShape 5" id="5"/>
          <p:cNvSpPr/>
          <p:nvPr/>
        </p:nvSpPr>
        <p:spPr>
          <a:xfrm>
            <a:off x="1028706" y="2520326"/>
            <a:ext cx="16230600" cy="9525"/>
          </a:xfrm>
          <a:prstGeom prst="line">
            <a:avLst/>
          </a:prstGeom>
          <a:ln cap="flat" w="19050">
            <a:solidFill>
              <a:srgbClr val="000000"/>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FBF3E4"/>
        </a:solidFill>
      </p:bgPr>
    </p:bg>
    <p:spTree>
      <p:nvGrpSpPr>
        <p:cNvPr id="1" name=""/>
        <p:cNvGrpSpPr/>
        <p:nvPr/>
      </p:nvGrpSpPr>
      <p:grpSpPr>
        <a:xfrm>
          <a:off x="0" y="0"/>
          <a:ext cx="0" cy="0"/>
          <a:chOff x="0" y="0"/>
          <a:chExt cx="0" cy="0"/>
        </a:xfrm>
      </p:grpSpPr>
      <p:sp>
        <p:nvSpPr>
          <p:cNvPr name="TextBox 2" id="2"/>
          <p:cNvSpPr txBox="true"/>
          <p:nvPr/>
        </p:nvSpPr>
        <p:spPr>
          <a:xfrm rot="0">
            <a:off x="1028700" y="2055505"/>
            <a:ext cx="11299867" cy="1396999"/>
          </a:xfrm>
          <a:prstGeom prst="rect">
            <a:avLst/>
          </a:prstGeom>
        </p:spPr>
        <p:txBody>
          <a:bodyPr anchor="t" rtlCol="false" tIns="0" lIns="0" bIns="0" rIns="0">
            <a:spAutoFit/>
          </a:bodyPr>
          <a:lstStyle/>
          <a:p>
            <a:pPr algn="l">
              <a:lnSpc>
                <a:spcPts val="11200"/>
              </a:lnSpc>
            </a:pPr>
            <a:r>
              <a:rPr lang="en-US" sz="8000" b="true">
                <a:solidFill>
                  <a:srgbClr val="B91646"/>
                </a:solidFill>
                <a:latin typeface="Bebas Neue Bold"/>
                <a:ea typeface="Bebas Neue Bold"/>
                <a:cs typeface="Bebas Neue Bold"/>
                <a:sym typeface="Bebas Neue Bold"/>
              </a:rPr>
              <a:t>FUTURE SCOPE OF PROJECT</a:t>
            </a:r>
          </a:p>
        </p:txBody>
      </p:sp>
      <p:sp>
        <p:nvSpPr>
          <p:cNvPr name="AutoShape 3" id="3"/>
          <p:cNvSpPr/>
          <p:nvPr/>
        </p:nvSpPr>
        <p:spPr>
          <a:xfrm>
            <a:off x="1028706" y="8730007"/>
            <a:ext cx="16230600" cy="9525"/>
          </a:xfrm>
          <a:prstGeom prst="line">
            <a:avLst/>
          </a:prstGeom>
          <a:ln cap="flat" w="19050">
            <a:solidFill>
              <a:srgbClr val="000000"/>
            </a:solidFill>
            <a:prstDash val="solid"/>
            <a:headEnd type="none" len="sm" w="sm"/>
            <a:tailEnd type="none" len="sm" w="sm"/>
          </a:ln>
        </p:spPr>
      </p:sp>
      <p:sp>
        <p:nvSpPr>
          <p:cNvPr name="AutoShape 4" id="4"/>
          <p:cNvSpPr/>
          <p:nvPr/>
        </p:nvSpPr>
        <p:spPr>
          <a:xfrm>
            <a:off x="1028706" y="1440551"/>
            <a:ext cx="16230600" cy="9525"/>
          </a:xfrm>
          <a:prstGeom prst="line">
            <a:avLst/>
          </a:prstGeom>
          <a:ln cap="flat" w="19050">
            <a:solidFill>
              <a:srgbClr val="000000"/>
            </a:solidFill>
            <a:prstDash val="solid"/>
            <a:headEnd type="none" len="sm" w="sm"/>
            <a:tailEnd type="none" len="sm" w="sm"/>
          </a:ln>
        </p:spPr>
      </p:sp>
      <p:sp>
        <p:nvSpPr>
          <p:cNvPr name="TextBox 5" id="5"/>
          <p:cNvSpPr txBox="true"/>
          <p:nvPr/>
        </p:nvSpPr>
        <p:spPr>
          <a:xfrm rot="0">
            <a:off x="1700192" y="3709679"/>
            <a:ext cx="13198435" cy="2567390"/>
          </a:xfrm>
          <a:prstGeom prst="rect">
            <a:avLst/>
          </a:prstGeom>
        </p:spPr>
        <p:txBody>
          <a:bodyPr anchor="t" rtlCol="false" tIns="0" lIns="0" bIns="0" rIns="0">
            <a:spAutoFit/>
          </a:bodyPr>
          <a:lstStyle/>
          <a:p>
            <a:pPr algn="l">
              <a:lnSpc>
                <a:spcPts val="3437"/>
              </a:lnSpc>
            </a:pPr>
            <a:r>
              <a:rPr lang="en-US" sz="2148">
                <a:solidFill>
                  <a:srgbClr val="000000"/>
                </a:solidFill>
                <a:latin typeface="Poppins"/>
                <a:ea typeface="Poppins"/>
                <a:cs typeface="Poppins"/>
                <a:sym typeface="Poppins"/>
              </a:rPr>
              <a:t>Named after the famous Nalanda University of Magadh, Ancient India, the Nalanda Open University (NOU) is the only University in the State of Bihar meant for imparting learning exclusively through the system of Distance Education. The University was established in March, 1987 by the Government of Bihar. Apart from Degree and Diploma courses at undergraduate as well as at post graduate level, the university offers certificate courses for six and nine months.</a:t>
            </a:r>
          </a:p>
          <a:p>
            <a:pPr algn="l">
              <a:lnSpc>
                <a:spcPts val="3437"/>
              </a:lnSpc>
            </a:pPr>
          </a:p>
        </p:txBody>
      </p:sp>
      <p:sp>
        <p:nvSpPr>
          <p:cNvPr name="TextBox 6" id="6"/>
          <p:cNvSpPr txBox="true"/>
          <p:nvPr/>
        </p:nvSpPr>
        <p:spPr>
          <a:xfrm rot="0">
            <a:off x="1700192" y="6172294"/>
            <a:ext cx="13198435" cy="852890"/>
          </a:xfrm>
          <a:prstGeom prst="rect">
            <a:avLst/>
          </a:prstGeom>
        </p:spPr>
        <p:txBody>
          <a:bodyPr anchor="t" rtlCol="false" tIns="0" lIns="0" bIns="0" rIns="0">
            <a:spAutoFit/>
          </a:bodyPr>
          <a:lstStyle/>
          <a:p>
            <a:pPr algn="l" marL="463824" indent="-231912" lvl="1">
              <a:lnSpc>
                <a:spcPts val="3437"/>
              </a:lnSpc>
              <a:buFont typeface="Arial"/>
              <a:buChar char="•"/>
            </a:pPr>
            <a:r>
              <a:rPr lang="en-US" b="true" sz="2148">
                <a:solidFill>
                  <a:srgbClr val="000000"/>
                </a:solidFill>
                <a:latin typeface="Poppins Bold"/>
                <a:ea typeface="Poppins Bold"/>
                <a:cs typeface="Poppins Bold"/>
                <a:sym typeface="Poppins Bold"/>
              </a:rPr>
              <a:t>In future it is planned to develop our own web server to host the web application. </a:t>
            </a:r>
          </a:p>
          <a:p>
            <a:pPr algn="l" marL="463824" indent="-231912" lvl="1">
              <a:lnSpc>
                <a:spcPts val="3437"/>
              </a:lnSpc>
              <a:buFont typeface="Arial"/>
              <a:buChar char="•"/>
            </a:pPr>
            <a:r>
              <a:rPr lang="en-US" b="true" sz="2148">
                <a:solidFill>
                  <a:srgbClr val="000000"/>
                </a:solidFill>
                <a:latin typeface="Poppins Bold"/>
                <a:ea typeface="Poppins Bold"/>
                <a:cs typeface="Poppins Bold"/>
                <a:sym typeface="Poppins Bold"/>
              </a:rPr>
              <a:t>Building Android Application for the system is also one of the future scope’s of this project.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DAGPyqgm6_s</dc:identifier>
  <dcterms:modified xsi:type="dcterms:W3CDTF">2011-08-01T06:04:30Z</dcterms:modified>
  <cp:revision>1</cp:revision>
  <dc:title>Nalanda Open University</dc:title>
</cp:coreProperties>
</file>